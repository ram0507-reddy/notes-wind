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K171wIgJjfs5j2x6xzAn9/vw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23ec40c12a3b0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1f23ec40c12a3b03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23ec40c12a3b0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1f23ec40c12a3b03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23ec40c12a3b0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f23ec40c12a3b03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23ec40c12a3b0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1f23ec40c12a3b03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07908fdf3190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f707908fdf31909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2c87881f772874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52c87881f7728747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2c87881f7728747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52c87881f7728747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52c87881f7728747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52c87881f7728747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temp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25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04800" y="1143000"/>
            <a:ext cx="8153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Subject: WEB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Responsive Web Design &amp; Advanced CSS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52400"/>
            <a:ext cx="32766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505200" y="228600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PARULINSTITUTEOF ENGINEERING &amp;TECHNOLOGY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FACULTY OF ENGINEERING &amp; TECHNOLOGY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PARULUNIVERSITY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268593" y="3009900"/>
            <a:ext cx="79869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Media Queries for Responsive Design . CSS Transitions and Animations (transition 4property, duration, timing-function, delay, animation-name, iteration-count, direction).CSS Variables &amp; Advanced Styling (shadow, gradient, border-radius).Templates (Pre-defined template, How to use it?)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Responsive Web Design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6622" y="2972435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705725" y="2683650"/>
            <a:ext cx="7776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What is Responsive Design?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Websites adapt to different screen sizes (PC, tablet, mobile)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Improves user experience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Achieved using CSS media queries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True Positive Rate (TPR)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Queries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90500" y="2533650"/>
            <a:ext cx="8527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Allow applying CSS based on device size</a:t>
            </a:r>
            <a:endParaRPr sz="2400"/>
          </a:p>
        </p:txBody>
      </p:sp>
      <p:sp>
        <p:nvSpPr>
          <p:cNvPr id="122" name="Google Shape;122;p5"/>
          <p:cNvSpPr txBox="1"/>
          <p:nvPr/>
        </p:nvSpPr>
        <p:spPr>
          <a:xfrm>
            <a:off x="190500" y="3375950"/>
            <a:ext cx="7542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@media (max-width: 600px) {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  body { background-color: lightblue; 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}</a:t>
            </a:r>
            <a:endParaRPr b="1" i="1" sz="2400"/>
          </a:p>
        </p:txBody>
      </p:sp>
      <p:sp>
        <p:nvSpPr>
          <p:cNvPr id="123" name="Google Shape;123;p5"/>
          <p:cNvSpPr txBox="1"/>
          <p:nvPr/>
        </p:nvSpPr>
        <p:spPr>
          <a:xfrm>
            <a:off x="190500" y="5160157"/>
            <a:ext cx="7542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Example: Change background for mobile screens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False Positive Rate (FPR)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Responsive Design?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65206" y="3009888"/>
            <a:ext cx="7646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Mobile-friendly websites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 horizontal scrolling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Google SEO ranking improvement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Transitions &amp; Animations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229944" y="2362175"/>
            <a:ext cx="8124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CSS Transitions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Used for smooth state changes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Properties: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transition-property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transition-duration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transition-timing-function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transition-delay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Transitions &amp; Animations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381000" y="2803025"/>
            <a:ext cx="73971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button {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  transition: background 0.5s ease;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button:hover { background: red; }</a:t>
            </a:r>
            <a:endParaRPr b="1" i="1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58" name="Google Shape;1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</a:t>
            </a: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Animations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45921" y="2493075"/>
            <a:ext cx="81669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More advanced than transitions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Properties: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animation-name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animation-duration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animation-iteration-count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animation-direction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66" name="Google Shape;166;g1f23ec40c12a3b03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67" name="Google Shape;167;g1f23ec40c12a3b03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1f23ec40c12a3b03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1f23ec40c12a3b03_10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Animations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f23ec40c12a3b03_10"/>
          <p:cNvSpPr txBox="1"/>
          <p:nvPr/>
        </p:nvSpPr>
        <p:spPr>
          <a:xfrm>
            <a:off x="509400" y="3009900"/>
            <a:ext cx="77676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@keyframes slide {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  from { left: 0px; 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  to { left: 200px; 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div { animation: slide 3s infinite; }</a:t>
            </a:r>
            <a:endParaRPr b="1" i="1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75" name="Google Shape;175;g1f23ec40c12a3b03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76" name="Google Shape;176;g1f23ec40c12a3b03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1f23ec40c12a3b03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f23ec40c12a3b03_33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vs Animation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f23ec40c12a3b03_33"/>
          <p:cNvSpPr txBox="1"/>
          <p:nvPr/>
        </p:nvSpPr>
        <p:spPr>
          <a:xfrm>
            <a:off x="381000" y="3405463"/>
            <a:ext cx="81621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Transition → needs trigger (hover, click)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Animation → runs automatically (looped if needed)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Side-by-side comparison diagram</a:t>
            </a:r>
            <a:endParaRPr b="1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84" name="Google Shape;184;g1f23ec40c12a3b03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85" name="Google Shape;185;g1f23ec40c12a3b03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1f23ec40c12a3b03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1f23ec40c12a3b03_26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Variables &amp; Advanced Styling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f23ec40c12a3b03_26"/>
          <p:cNvSpPr txBox="1"/>
          <p:nvPr/>
        </p:nvSpPr>
        <p:spPr>
          <a:xfrm>
            <a:off x="381000" y="2630050"/>
            <a:ext cx="79947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CSS Variables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Custom properties to reuse values</a:t>
            </a:r>
            <a:endParaRPr sz="2400"/>
          </a:p>
        </p:txBody>
      </p:sp>
      <p:sp>
        <p:nvSpPr>
          <p:cNvPr id="189" name="Google Shape;189;g1f23ec40c12a3b03_26"/>
          <p:cNvSpPr txBox="1"/>
          <p:nvPr/>
        </p:nvSpPr>
        <p:spPr>
          <a:xfrm>
            <a:off x="527950" y="4446250"/>
            <a:ext cx="7026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:root { --main-color: blue; }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p { color: var(--main-color); }</a:t>
            </a:r>
            <a:endParaRPr b="1" i="1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94" name="Google Shape;194;g1f23ec40c12a3b03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95" name="Google Shape;195;g1f23ec40c12a3b03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1f23ec40c12a3b03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1f23ec40c12a3b03_19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Shadows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1f23ec40c12a3b03_19"/>
          <p:cNvSpPr txBox="1"/>
          <p:nvPr/>
        </p:nvSpPr>
        <p:spPr>
          <a:xfrm>
            <a:off x="381000" y="2659625"/>
            <a:ext cx="8134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text-shadow → add shadow to text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box-shadow → add shadow to elements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03" name="Google Shape;203;g3f707908fdf31909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204" name="Google Shape;204;g3f707908fdf31909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f707908fdf31909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f707908fdf31909_38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Gradient Backgrounds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707908fdf31909_38"/>
          <p:cNvSpPr txBox="1"/>
          <p:nvPr/>
        </p:nvSpPr>
        <p:spPr>
          <a:xfrm>
            <a:off x="180672" y="2511575"/>
            <a:ext cx="78303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linear-gradient()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radial-gradient()</a:t>
            </a:r>
            <a:endParaRPr sz="2400"/>
          </a:p>
        </p:txBody>
      </p:sp>
      <p:sp>
        <p:nvSpPr>
          <p:cNvPr id="208" name="Google Shape;208;g3f707908fdf31909_38"/>
          <p:cNvSpPr txBox="1"/>
          <p:nvPr/>
        </p:nvSpPr>
        <p:spPr>
          <a:xfrm>
            <a:off x="381000" y="4589350"/>
            <a:ext cx="7978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background: linear-gradient(to right, red, yellow);</a:t>
            </a:r>
            <a:endParaRPr b="1" i="1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13" name="Google Shape;213;g52c87881f7728747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214" name="Google Shape;214;g52c87881f7728747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52c87881f7728747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52c87881f7728747_35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Rounded Corners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52c87881f7728747_35"/>
          <p:cNvSpPr txBox="1"/>
          <p:nvPr/>
        </p:nvSpPr>
        <p:spPr>
          <a:xfrm>
            <a:off x="381000" y="2697825"/>
            <a:ext cx="7733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border-radius: 10px;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Makes boxes or images circular/rounded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22" name="Google Shape;222;g52c87881f7728747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223" name="Google Shape;223;g52c87881f7728747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52c87881f7728747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52c87881f7728747_46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Templates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52c87881f7728747_46"/>
          <p:cNvSpPr txBox="1"/>
          <p:nvPr/>
        </p:nvSpPr>
        <p:spPr>
          <a:xfrm>
            <a:off x="518377" y="3621913"/>
            <a:ext cx="78330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Pre-defined CSS frameworks/templates save time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Examples: Bootstrap, Tailwind CSS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Provide </a:t>
            </a:r>
            <a:r>
              <a:rPr b="1" i="1" lang="en-US" sz="1800"/>
              <a:t>ready-made layouts &amp; components</a:t>
            </a:r>
            <a:endParaRPr b="1" i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31" name="Google Shape;231;g52c87881f7728747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232" name="Google Shape;232;g52c87881f7728747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52c87881f7728747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52c87881f7728747_54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to Use a Template?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52c87881f7728747_54"/>
          <p:cNvSpPr txBox="1"/>
          <p:nvPr/>
        </p:nvSpPr>
        <p:spPr>
          <a:xfrm>
            <a:off x="174846" y="2362175"/>
            <a:ext cx="85227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1. Download or link CSS template file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2. Use predefined classes in HTML</a:t>
            </a:r>
            <a:endParaRPr sz="2400"/>
          </a:p>
        </p:txBody>
      </p:sp>
      <p:sp>
        <p:nvSpPr>
          <p:cNvPr id="236" name="Google Shape;236;g52c87881f7728747_54"/>
          <p:cNvSpPr txBox="1"/>
          <p:nvPr/>
        </p:nvSpPr>
        <p:spPr>
          <a:xfrm>
            <a:off x="685800" y="4610225"/>
            <a:ext cx="8011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&lt;link rel="stylesheet" href="bootstrap.css"&gt;</a:t>
            </a:r>
            <a:endParaRPr b="1"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/>
              <a:t>&lt;button class="btn btn-primary"&gt;Click&lt;/button&gt;</a:t>
            </a:r>
            <a:endParaRPr b="1" i="1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41" name="Google Shape;2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4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NLP</a:t>
            </a:r>
            <a:endParaRPr b="1" i="0" sz="7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4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244" name="Google Shape;24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4"/>
          <p:cNvSpPr txBox="1"/>
          <p:nvPr/>
        </p:nvSpPr>
        <p:spPr>
          <a:xfrm>
            <a:off x="190500" y="2209800"/>
            <a:ext cx="8763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You!!!</a:t>
            </a:r>
            <a:endParaRPr b="0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/>
          <p:nvPr/>
        </p:nvSpPr>
        <p:spPr>
          <a:xfrm>
            <a:off x="1600200" y="3276600"/>
            <a:ext cx="6324600" cy="3352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parul\Desktop\1.png" id="252" name="Google Shape;2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61950"/>
            <a:ext cx="50292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2.png" id="253" name="Google Shape;25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8230" y="4000500"/>
            <a:ext cx="3207544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Cover Page with yellow patch - Version 18.png" id="254" name="Google Shape;25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1856" y="4946650"/>
            <a:ext cx="2300288" cy="2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5"/>
          <p:cNvSpPr/>
          <p:nvPr/>
        </p:nvSpPr>
        <p:spPr>
          <a:xfrm>
            <a:off x="1066800" y="5997575"/>
            <a:ext cx="7315200" cy="357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5"/>
          <p:cNvSpPr/>
          <p:nvPr/>
        </p:nvSpPr>
        <p:spPr>
          <a:xfrm>
            <a:off x="3580211" y="5997575"/>
            <a:ext cx="1983581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www.paruluniversity.ac.in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1875" y="6032500"/>
            <a:ext cx="4572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2020-05-18T10:32:00Z</dcterms:created>
  <dc:creator>parul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1033-10.2.0.7477</vt:lpwstr>
  </property>
</Properties>
</file>
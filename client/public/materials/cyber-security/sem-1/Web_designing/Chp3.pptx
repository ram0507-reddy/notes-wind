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7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OggapNXP3u+lykopxzW+ja6A+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f23ec40c12a3b0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1f23ec40c12a3b03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f23ec40c12a3b0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1f23ec40c12a3b03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23ec40c12a3b0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1f23ec40c12a3b03_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f23ec40c12a3b0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1f23ec40c12a3b03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707908fdf31909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f707908fdf31909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temp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2225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04800" y="1143000"/>
            <a:ext cx="81534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Subject: WEB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CSS Basics &amp; Styling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8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52400"/>
            <a:ext cx="32766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505200" y="228600"/>
            <a:ext cx="53340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PARULINSTITUTEOF ENGINEERING &amp;TECHNOLOGY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FACULTY OF ENGINEERING &amp; TECHNOLOGY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PARULUNIVERSITY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90500" y="2704225"/>
            <a:ext cx="8763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Selectors and Properties (elements, class, id, hover, active) Box Model &amp; Layout Techniques (content, padding, margin, border, height, width, display, visibility, overflow)3Colors, Fonts, and Backgrounds (font-family, font-style, font-size, font-weight) CSS Flexbox and Grid (justify-content, align-items, flex-wrap, flex-direction, grid-templaterows, grid-template columns, gap ) CSS positions and indexes (fixed, absolute, relative, static, z-index)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Selectors &amp; Properties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6622" y="2972435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189150" y="2628350"/>
            <a:ext cx="8427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What are Selectors?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Selectors decide which HTML element CSS will style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Basic types: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Element selector → p { color: red;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Class selector → .className { …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ID selector → #idName { …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True Positive Rate (TPR)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Pseudo Classes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190500" y="2533650"/>
            <a:ext cx="81450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Special states of elements: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:hover → when mouse is over element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:active → when element is clicked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button:hover { background: blue; }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button:active { background: green; }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False Positive Rate (FPR)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Box Model &amp; Layout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90500" y="2362200"/>
            <a:ext cx="7700400" cy="4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CSS Box Model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Every element is a box: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Content → text, image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Padding → space inside border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Border → outline around content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Margin → space outside border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Diagram of Box Model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Box Properties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123000" y="2362175"/>
            <a:ext cx="85347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height, width → size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border → thickness, style, color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margin → outer spacing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padding → inner spacing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display → block, inline, flex, grid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overflow → visible, hidden, scroll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47" name="Google Shape;1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Colors, Fonts &amp; Backgrounds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112392" y="2362175"/>
            <a:ext cx="8564700" cy="3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Colors in CSS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Named → color: red;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HEX → color: #ff0000;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RGB → color: rgb(255,0,0);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RGBA → with transparency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56" name="Google Shape;1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Fonts &amp; Text Styling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381000" y="2362175"/>
            <a:ext cx="83172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font-family → Arial, Times, etc.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font-size → px, em, rem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font-style → normal, italic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font-weight → normal, bold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 { font-family: Arial; font-size: 16px; font-weight: bold; }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64" name="Google Shape;164;g1f23ec40c12a3b03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65" name="Google Shape;165;g1f23ec40c12a3b03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1f23ec40c12a3b03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1f23ec40c12a3b03_10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Backgrounds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f23ec40c12a3b03_10"/>
          <p:cNvSpPr txBox="1"/>
          <p:nvPr/>
        </p:nvSpPr>
        <p:spPr>
          <a:xfrm>
            <a:off x="381000" y="3222600"/>
            <a:ext cx="81768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background-color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background-image: url("pic.jpg")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background-repeat, background-size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73" name="Google Shape;173;g1f23ec40c12a3b03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74" name="Google Shape;174;g1f23ec40c12a3b03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1f23ec40c12a3b03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1f23ec40c12a3b03_33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Flexbox &amp; Grid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f23ec40c12a3b03_33"/>
          <p:cNvSpPr txBox="1"/>
          <p:nvPr/>
        </p:nvSpPr>
        <p:spPr>
          <a:xfrm>
            <a:off x="97075" y="2200250"/>
            <a:ext cx="83688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CSS Flexbox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Makes flexible layouts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Properties: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display: flex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flex-direction: row/column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justify-content: center/space-between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align-items: center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flex-wrap: wrap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Diagram of flex alignment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82" name="Google Shape;182;g1f23ec40c12a3b03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83" name="Google Shape;183;g1f23ec40c12a3b03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1f23ec40c12a3b03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1f23ec40c12a3b03_26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CSS Grid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1f23ec40c12a3b03_26"/>
          <p:cNvSpPr txBox="1"/>
          <p:nvPr/>
        </p:nvSpPr>
        <p:spPr>
          <a:xfrm>
            <a:off x="381000" y="2362175"/>
            <a:ext cx="79167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Two-dimensional layout system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Properties: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display: grid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grid-template-rows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grid-template-columns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gap → spacing between items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Example: simple 2x2 grid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191" name="Google Shape;191;g1f23ec40c12a3b03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192" name="Google Shape;192;g1f23ec40c12a3b03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1f23ec40c12a3b03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1f23ec40c12a3b03_19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Positions &amp; z-index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f23ec40c12a3b03_19"/>
          <p:cNvSpPr txBox="1"/>
          <p:nvPr/>
        </p:nvSpPr>
        <p:spPr>
          <a:xfrm>
            <a:off x="470850" y="2646746"/>
            <a:ext cx="8202300" cy="3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CSS Positioning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static → default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relative → moves element relative to itself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absolute → positions inside nearest parent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fixed → stays at same spot (like navbar)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200" name="Google Shape;200;g3f707908fdf31909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6900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Untitled-1.png" id="201" name="Google Shape;201;g3f707908fdf31909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7" cy="2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f707908fdf31909_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707908fdf31909_38"/>
          <p:cNvSpPr/>
          <p:nvPr/>
        </p:nvSpPr>
        <p:spPr>
          <a:xfrm>
            <a:off x="0" y="1557338"/>
            <a:ext cx="9144000" cy="6429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z-index</a:t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707908fdf31909_38"/>
          <p:cNvSpPr txBox="1"/>
          <p:nvPr/>
        </p:nvSpPr>
        <p:spPr>
          <a:xfrm>
            <a:off x="381000" y="2559650"/>
            <a:ext cx="79959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Controls stacking order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Higher value → element appears on top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Example: image overlapping text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arul\Desktop\Digital Learning Content.png" id="209" name="Google Shape;2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0086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4"/>
          <p:cNvSpPr/>
          <p:nvPr/>
        </p:nvSpPr>
        <p:spPr>
          <a:xfrm>
            <a:off x="0" y="1557338"/>
            <a:ext cx="9144000" cy="642937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NLP</a:t>
            </a:r>
            <a:endParaRPr b="1" i="0" sz="7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4"/>
          <p:cNvSpPr/>
          <p:nvPr/>
        </p:nvSpPr>
        <p:spPr>
          <a:xfrm>
            <a:off x="190500" y="1687513"/>
            <a:ext cx="8763000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parul\Desktop\Untitled-1.png" id="212" name="Google Shape;21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4075" y="3009900"/>
            <a:ext cx="5430838" cy="28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4"/>
          <p:cNvSpPr txBox="1"/>
          <p:nvPr/>
        </p:nvSpPr>
        <p:spPr>
          <a:xfrm>
            <a:off x="190500" y="2209800"/>
            <a:ext cx="8763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You!!!</a:t>
            </a:r>
            <a:endParaRPr b="0" i="0" sz="4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0"/>
            <a:ext cx="1524000" cy="1395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/>
          <p:nvPr/>
        </p:nvSpPr>
        <p:spPr>
          <a:xfrm>
            <a:off x="1600200" y="3276600"/>
            <a:ext cx="6324600" cy="3352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parul\Desktop\1.png" id="220" name="Google Shape;2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61950"/>
            <a:ext cx="50292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2.png" id="221" name="Google Shape;22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8230" y="4000500"/>
            <a:ext cx="3207544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parul\Desktop\Cover Page with yellow patch - Version 18.png" id="222" name="Google Shape;22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1856" y="4946650"/>
            <a:ext cx="2300288" cy="2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45"/>
          <p:cNvSpPr/>
          <p:nvPr/>
        </p:nvSpPr>
        <p:spPr>
          <a:xfrm>
            <a:off x="1066800" y="5997575"/>
            <a:ext cx="7315200" cy="3571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5"/>
          <p:cNvSpPr/>
          <p:nvPr/>
        </p:nvSpPr>
        <p:spPr>
          <a:xfrm>
            <a:off x="3580211" y="5997575"/>
            <a:ext cx="1983581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www.paruluniversity.ac.in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1875" y="6032500"/>
            <a:ext cx="4572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2020-05-18T10:32:00Z</dcterms:created>
  <dc:creator>parul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1033-10.2.0.7477</vt:lpwstr>
  </property>
</Properties>
</file>

<file path=[Content_Types].xml><?xml version="1.0" encoding="utf-8"?>
<Types xmlns="http://schemas.openxmlformats.org/package/2006/content-types">
  <Default Extension="xml" ContentType="application/vnd.openxmlformats-officedocument.presentationml.presentation.main+xml"/>
  <Default Extension="png" ContentType="image/png"/>
  <Default Extension="jpg" ContentType="image/jpeg"/>
  <Default Extension="emf" ContentType="image/x-emf"/>
  <Default Extension="bin" ContentType="application/vnd.openxmlformats-officedocument.oleObject"/>
  <Default Extension="wmf" ContentType="image/x-wmf"/>
  <Default Extension="rels" ContentType="application/vnd.openxmlformats-package.relationships+xml"/>
  <Override PartName="/ppt/handoutMasters/handoutMaster1.xml" ContentType="application/vnd.openxmlformats-officedocument.presentationml.handoutMaster+xml"/>
  <Override PartName="/ppt/handoutMasters/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3.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tags/tag1.xml" ContentType="application/vnd.openxmlformats-officedocument.presentationml.tags+xml"/>
  <Override PartName="/ppt/slides/slide4.xml" ContentType="application/vnd.openxmlformats-officedocument.presentationml.slide+xml"/>
  <Override PartName="/ppt/slides/tags/tag2.xml" ContentType="application/vnd.openxmlformats-officedocument.presentationml.tags+xml"/>
  <Override PartName="/ppt/slides/slide5.xml" ContentType="application/vnd.openxmlformats-officedocument.presentationml.slide+xml"/>
  <Override PartName="/ppt/slides/tags/tag3.xml" ContentType="application/vnd.openxmlformats-officedocument.presentationml.tags+xml"/>
  <Override PartName="/ppt/slides/slide6.xml" ContentType="application/vnd.openxmlformats-officedocument.presentationml.slide+xml"/>
  <Override PartName="/ppt/slides/tags/tag4.xml" ContentType="application/vnd.openxmlformats-officedocument.presentationml.tags+xml"/>
  <Override PartName="/ppt/slides/slide7.xml" ContentType="application/vnd.openxmlformats-officedocument.presentationml.slide+xml"/>
  <Override PartName="/ppt/slides/tags/tag5.xml" ContentType="application/vnd.openxmlformats-officedocument.presentationml.tags+xml"/>
  <Override PartName="/ppt/slides/slide8.xml" ContentType="application/vnd.openxmlformats-officedocument.presentationml.slide+xml"/>
  <Override PartName="/ppt/slides/tags/tag6.xml" ContentType="application/vnd.openxmlformats-officedocument.presentationml.tags+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tags/tag7.xml" ContentType="application/vnd.openxmlformats-officedocument.presentationml.tags+xml"/>
  <Override PartName="/ppt/slides/slide13.xml" ContentType="application/vnd.openxmlformats-officedocument.presentationml.slide+xml"/>
  <Override PartName="/ppt/slides/tags/tag8.xml" ContentType="application/vnd.openxmlformats-officedocument.presentationml.tags+xml"/>
  <Override PartName="/ppt/slides/slide14.xml" ContentType="application/vnd.openxmlformats-officedocument.presentationml.slide+xml"/>
  <Override PartName="/ppt/slides/tags/tag9.xml" ContentType="application/vnd.openxmlformats-officedocument.presentationml.tags+xml"/>
  <Override PartName="/ppt/slides/slide15.xml" ContentType="application/vnd.openxmlformats-officedocument.presentationml.slide+xml"/>
  <Override PartName="/ppt/slides/tags/tag10.xml" ContentType="application/vnd.openxmlformats-officedocument.presentationml.tags+xml"/>
  <Override PartName="/ppt/slides/slide16.xml" ContentType="application/vnd.openxmlformats-officedocument.presentationml.slide+xml"/>
  <Override PartName="/ppt/slides/tags/tag11.xml" ContentType="application/vnd.openxmlformats-officedocument.presentationml.tags+xml"/>
  <Override PartName="/ppt/slides/slide17.xml" ContentType="application/vnd.openxmlformats-officedocument.presentationml.slide+xml"/>
  <Override PartName="/ppt/slides/tags/tag12.xml" ContentType="application/vnd.openxmlformats-officedocument.presentationml.tags+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tags/tag13.xml" ContentType="application/vnd.openxmlformats-officedocument.presentationml.tags+xml"/>
  <Override PartName="/ppt/slides/slide22.xml" ContentType="application/vnd.openxmlformats-officedocument.presentationml.slide+xml"/>
  <Override PartName="/ppt/slides/tags/tag14.xml" ContentType="application/vnd.openxmlformats-officedocument.presentationml.tags+xml"/>
  <Override PartName="/ppt/slides/slide23.xml" ContentType="application/vnd.openxmlformats-officedocument.presentationml.slide+xml"/>
  <Override PartName="/ppt/slides/tags/tag15.xml" ContentType="application/vnd.openxmlformats-officedocument.presentationml.tags+xml"/>
  <Override PartName="/ppt/slides/slide24.xml" ContentType="application/vnd.openxmlformats-officedocument.presentationml.slide+xml"/>
  <Override PartName="/ppt/slides/tags/tag16.xml" ContentType="application/vnd.openxmlformats-officedocument.presentationml.tags+xml"/>
  <Override PartName="/ppt/slides/slide25.xml" ContentType="application/vnd.openxmlformats-officedocument.presentationml.slide+xml"/>
  <Override PartName="/ppt/slides/tags/tag17.xml" ContentType="application/vnd.openxmlformats-officedocument.presentationml.tags+xml"/>
  <Override PartName="/ppt/slides/slide26.xml" ContentType="application/vnd.openxmlformats-officedocument.presentationml.slide+xml"/>
  <Override PartName="/ppt/slides/tags/tag18.xml" ContentType="application/vnd.openxmlformats-officedocument.presentationml.tags+xml"/>
  <Override PartName="/ppt/slides/slide27.xml" ContentType="application/vnd.openxmlformats-officedocument.presentationml.slide+xml"/>
  <Override PartName="/ppt/slides/tags/tag19.xml" ContentType="application/vnd.openxmlformats-officedocument.presentationml.tags+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tags/tag20.xml" ContentType="application/vnd.openxmlformats-officedocument.presentationml.tags+xml"/>
  <Override PartName="/ppt/slides/slide32.xml" ContentType="application/vnd.openxmlformats-officedocument.presentationml.slide+xml"/>
  <Override PartName="/ppt/slides/tags/tag21.xml" ContentType="application/vnd.openxmlformats-officedocument.presentationml.tags+xml"/>
  <Override PartName="/ppt/slides/slide33.xml" ContentType="application/vnd.openxmlformats-officedocument.presentationml.slide+xml"/>
  <Override PartName="/ppt/slides/tags/tag22.xml" ContentType="application/vnd.openxmlformats-officedocument.presentationml.tags+xml"/>
  <Override PartName="/ppt/notesSlides/notesSlide1.xml" ContentType="application/vnd.openxmlformats-officedocument.presentationml.notesSlide+xml"/>
  <Override PartName="/ppt/slides/slide34.xml" ContentType="application/vnd.openxmlformats-officedocument.presentationml.slide+xml"/>
  <Override PartName="/ppt/slides/tags/tag23.xml" ContentType="application/vnd.openxmlformats-officedocument.presentationml.tags+xml"/>
  <Override PartName="/ppt/notesSlides/notesSlide2.xml" ContentType="application/vnd.openxmlformats-officedocument.presentationml.notesSlide+xml"/>
  <Override PartName="/ppt/slides/slide35.xml" ContentType="application/vnd.openxmlformats-officedocument.presentationml.slide+xml"/>
  <Override PartName="/ppt/slides/tags/tag24.xml" ContentType="application/vnd.openxmlformats-officedocument.presentationml.tags+xml"/>
  <Override PartName="/ppt/notesSlides/notesSlide3.xml" ContentType="application/vnd.openxmlformats-officedocument.presentationml.notesSlide+xml"/>
  <Override PartName="/ppt/slides/slide36.xml" ContentType="application/vnd.openxmlformats-officedocument.presentationml.slide+xml"/>
  <Override PartName="/ppt/slides/tags/tag25.xml" ContentType="application/vnd.openxmlformats-officedocument.presentationml.tags+xml"/>
  <Override PartName="/ppt/notesSlides/notesSlide4.xml" ContentType="application/vnd.openxmlformats-officedocument.presentationml.notesSlide+xml"/>
  <Override PartName="/ppt/slides/slide37.xml" ContentType="application/vnd.openxmlformats-officedocument.presentationml.slide+xml"/>
  <Override PartName="/ppt/slides/tags/tag26.xml" ContentType="application/vnd.openxmlformats-officedocument.presentationml.tags+xml"/>
  <Override PartName="/ppt/notesSlides/notesSlide5.xml" ContentType="application/vnd.openxmlformats-officedocument.presentationml.notes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tags/tag27.xml" ContentType="application/vnd.openxmlformats-officedocument.presentationml.tags+xml"/>
  <Override PartName="/ppt/notesSlides/notesSlide6.xml" ContentType="application/vnd.openxmlformats-officedocument.presentationml.notesSlide+xml"/>
  <Override PartName="/ppt/slides/slide42.xml" ContentType="application/vnd.openxmlformats-officedocument.presentationml.slide+xml"/>
  <Override PartName="/ppt/slides/tags/tag28.xml" ContentType="application/vnd.openxmlformats-officedocument.presentationml.tags+xml"/>
  <Override PartName="/ppt/notesSlides/notesSlide7.xml" ContentType="application/vnd.openxmlformats-officedocument.presentationml.notesSlide+xml"/>
  <Override PartName="/ppt/slides/slide43.xml" ContentType="application/vnd.openxmlformats-officedocument.presentationml.slide+xml"/>
  <Override PartName="/ppt/slides/tags/tag29.xml" ContentType="application/vnd.openxmlformats-officedocument.presentationml.tags+xml"/>
  <Override PartName="/ppt/notesSlides/notesSlide8.xml" ContentType="application/vnd.openxmlformats-officedocument.presentationml.notesSlide+xml"/>
  <Override PartName="/ppt/slides/slide44.xml" ContentType="application/vnd.openxmlformats-officedocument.presentationml.slide+xml"/>
  <Override PartName="/ppt/slides/tags/tag30.xml" ContentType="application/vnd.openxmlformats-officedocument.presentationml.tags+xml"/>
  <Override PartName="/ppt/notesSlides/notesSlide9.xml" ContentType="application/vnd.openxmlformats-officedocument.presentationml.notesSlide+xml"/>
  <Override PartName="/ppt/slides/slide45.xml" ContentType="application/vnd.openxmlformats-officedocument.presentationml.slide+xml"/>
  <Override PartName="/ppt/slides/tags/tag31.xml" ContentType="application/vnd.openxmlformats-officedocument.presentationml.tags+xml"/>
  <Override PartName="/ppt/notesSlides/notesSlide10.xml" ContentType="application/vnd.openxmlformats-officedocument.presentationml.notes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tags/tag32.xml" ContentType="application/vnd.openxmlformats-officedocument.presentationml.tags+xml"/>
  <Override PartName="/ppt/notesSlides/notesSlide11.xml" ContentType="application/vnd.openxmlformats-officedocument.presentationml.notesSlide+xml"/>
  <Override PartName="/ppt/slides/slide50.xml" ContentType="application/vnd.openxmlformats-officedocument.presentationml.slide+xml"/>
  <Override PartName="/ppt/slides/tags/tag33.xml" ContentType="application/vnd.openxmlformats-officedocument.presentationml.tags+xml"/>
  <Override PartName="/ppt/notesSlides/notesSlide12.xml" ContentType="application/vnd.openxmlformats-officedocument.presentationml.notesSlide+xml"/>
  <Override PartName="/ppt/slides/slide51.xml" ContentType="application/vnd.openxmlformats-officedocument.presentationml.slide+xml"/>
  <Override PartName="/ppt/slides/tags/tag34.xml" ContentType="application/vnd.openxmlformats-officedocument.presentationml.tags+xml"/>
  <Override PartName="/ppt/notesSlides/notesSlide13.xml" ContentType="application/vnd.openxmlformats-officedocument.presentationml.notes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tags/tag35.xml" ContentType="application/vnd.openxmlformats-officedocument.presentationml.tags+xml"/>
  <Override PartName="/ppt/notesSlides/notesSlide14.xml" ContentType="application/vnd.openxmlformats-officedocument.presentationml.notesSlide+xml"/>
  <Override PartName="/ppt/slides/slide56.xml" ContentType="application/vnd.openxmlformats-officedocument.presentationml.slide+xml"/>
  <Override PartName="/ppt/slides/tags/tag36.xml" ContentType="application/vnd.openxmlformats-officedocument.presentationml.tags+xml"/>
  <Override PartName="/ppt/notesSlides/notesSlide15.xml" ContentType="application/vnd.openxmlformats-officedocument.presentationml.notesSlide+xml"/>
  <Override PartName="/ppt/slides/slide57.xml" ContentType="application/vnd.openxmlformats-officedocument.presentationml.slide+xml"/>
  <Override PartName="/ppt/slides/tags/tag37.xml" ContentType="application/vnd.openxmlformats-officedocument.presentationml.tags+xml"/>
  <Override PartName="/ppt/notesSlides/notesSlide16.xml" ContentType="application/vnd.openxmlformats-officedocument.presentationml.notesSlide+xml"/>
  <Override PartName="/ppt/slides/slide58.xml" ContentType="application/vnd.openxmlformats-officedocument.presentationml.slide+xml"/>
  <Override PartName="/ppt/slides/tags/tag38.xml" ContentType="application/vnd.openxmlformats-officedocument.presentationml.tags+xml"/>
  <Override PartName="/ppt/notesSlides/notesSlide17.xml" ContentType="application/vnd.openxmlformats-officedocument.presentationml.notesSlide+xml"/>
  <Override PartName="/ppt/slides/slide59.xml" ContentType="application/vnd.openxmlformats-officedocument.presentationml.slide+xml"/>
  <Override PartName="/ppt/slides/tags/tag39.xml" ContentType="application/vnd.openxmlformats-officedocument.presentationml.tags+xml"/>
  <Override PartName="/ppt/notesSlides/notesSlide18.xml" ContentType="application/vnd.openxmlformats-officedocument.presentationml.notesSlide+xml"/>
  <Override PartName="/ppt/slides/slide60.xml" ContentType="application/vnd.openxmlformats-officedocument.presentationml.slide+xml"/>
  <Override PartName="/ppt/slides/tags/tag40.xml" ContentType="application/vnd.openxmlformats-officedocument.presentationml.tags+xml"/>
  <Override PartName="/ppt/notesSlides/notesSlide19.xml" ContentType="application/vnd.openxmlformats-officedocument.presentationml.notesSlide+xml"/>
  <Override PartName="/ppt/slides/slide61.xml" ContentType="application/vnd.openxmlformats-officedocument.presentationml.slide+xml"/>
  <Override PartName="/ppt/slides/tags/tag41.xml" ContentType="application/vnd.openxmlformats-officedocument.presentationml.tags+xml"/>
  <Override PartName="/ppt/notesSlides/notesSlide20.xml" ContentType="application/vnd.openxmlformats-officedocument.presentationml.notesSlide+xml"/>
  <Override PartName="/ppt/slides/slide62.xml" ContentType="application/vnd.openxmlformats-officedocument.presentationml.slide+xml"/>
  <Override PartName="/ppt/slides/tags/tag42.xml" ContentType="application/vnd.openxmlformats-officedocument.presentationml.tags+xml"/>
  <Override PartName="/ppt/notesSlides/notesSlide21.xml" ContentType="application/vnd.openxmlformats-officedocument.presentationml.notes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tags/tag43.xml" ContentType="application/vnd.openxmlformats-officedocument.presentationml.tags+xml"/>
  <Override PartName="/ppt/notesSlides/notesSlide22.xml" ContentType="application/vnd.openxmlformats-officedocument.presentationml.notesSlide+xml"/>
  <Override PartName="/ppt/slides/slide67.xml" ContentType="application/vnd.openxmlformats-officedocument.presentationml.slide+xml"/>
  <Override PartName="/ppt/slides/tags/tag44.xml" ContentType="application/vnd.openxmlformats-officedocument.presentationml.tags+xml"/>
  <Override PartName="/ppt/notesSlides/notesSlide23.xml" ContentType="application/vnd.openxmlformats-officedocument.presentationml.notesSlide+xml"/>
  <Override PartName="/ppt/slides/slide68.xml" ContentType="application/vnd.openxmlformats-officedocument.presentationml.slide+xml"/>
  <Override PartName="/ppt/slides/tags/tag45.xml" ContentType="application/vnd.openxmlformats-officedocument.presentationml.tags+xml"/>
  <Override PartName="/ppt/notesSlides/notesSlide24.xml" ContentType="application/vnd.openxmlformats-officedocument.presentationml.notesSlide+xml"/>
  <Override PartName="/ppt/slides/slide69.xml" ContentType="application/vnd.openxmlformats-officedocument.presentationml.slide+xml"/>
  <Override PartName="/ppt/slides/tags/tag46.xml" ContentType="application/vnd.openxmlformats-officedocument.presentationml.tags+xml"/>
  <Override PartName="/ppt/notesSlides/notesSlide25.xml" ContentType="application/vnd.openxmlformats-officedocument.presentationml.notesSlide+xml"/>
  <Override PartName="/ppt/slides/slide70.xml" ContentType="application/vnd.openxmlformats-officedocument.presentationml.slide+xml"/>
  <Override PartName="/ppt/slides/tags/tag47.xml" ContentType="application/vnd.openxmlformats-officedocument.presentationml.tags+xml"/>
  <Override PartName="/ppt/notesSlides/notesSlide26.xml" ContentType="application/vnd.openxmlformats-officedocument.presentationml.notesSlide+xml"/>
  <Override PartName="/ppt/slides/slide71.xml" ContentType="application/vnd.openxmlformats-officedocument.presentationml.slide+xml"/>
  <Override PartName="/ppt/slides/tags/tag48.xml" ContentType="application/vnd.openxmlformats-officedocument.presentationml.tags+xml"/>
  <Override PartName="/ppt/notesSlides/notesSlide27.xml" ContentType="application/vnd.openxmlformats-officedocument.presentationml.notesSlide+xml"/>
  <Override PartName="/ppt/slides/slide72.xml" ContentType="application/vnd.openxmlformats-officedocument.presentationml.slide+xml"/>
  <Override PartName="/ppt/notesSlides/notesSlide28.xml" ContentType="application/vnd.openxmlformats-officedocument.presentationml.notesSlide+xml"/>
  <Override PartName="/ppt/slides/slide73.xml" ContentType="application/vnd.openxmlformats-officedocument.presentationml.slide+xml"/>
  <Override PartName="/ppt/notesSlides/notesSlide29.xml" ContentType="application/vnd.openxmlformats-officedocument.presentationml.notes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tags/tag49.xml" ContentType="application/vnd.openxmlformats-officedocument.presentationml.tags+xml"/>
  <Override PartName="/ppt/notesSlides/notesSlide30.xml" ContentType="application/vnd.openxmlformats-officedocument.presentationml.notesSlide+xml"/>
  <Override PartName="/ppt/slides/slide78.xml" ContentType="application/vnd.openxmlformats-officedocument.presentationml.slide+xml"/>
  <Override PartName="/ppt/slides/slide79.xml" ContentType="application/vnd.openxmlformats-officedocument.presentationml.slide+xml"/>
  <Override PartName="/ppt/slides/tags/tag50.xml" ContentType="application/vnd.openxmlformats-officedocument.presentationml.tags+xml"/>
  <Override PartName="/ppt/notesSlides/notesSlide31.xml" ContentType="application/vnd.openxmlformats-officedocument.presentationml.notesSlide+xml"/>
  <Override PartName="/ppt/slides/slide80.xml" ContentType="application/vnd.openxmlformats-officedocument.presentationml.slide+xml"/>
  <Override PartName="/ppt/slides/tags/tag51.xml" ContentType="application/vnd.openxmlformats-officedocument.presentationml.tags+xml"/>
  <Override PartName="/ppt/notesSlides/notesSlide32.xml" ContentType="application/vnd.openxmlformats-officedocument.presentationml.notesSlide+xml"/>
  <Override PartName="/ppt/slides/slide81.xml" ContentType="application/vnd.openxmlformats-officedocument.presentationml.slide+xml"/>
  <Override PartName="/ppt/slides/tags/tag52.xml" ContentType="application/vnd.openxmlformats-officedocument.presentationml.tags+xml"/>
  <Override PartName="/ppt/notesSlides/notesSlide33.xml" ContentType="application/vnd.openxmlformats-officedocument.presentationml.notesSlide+xml"/>
  <Override PartName="/ppt/slides/slide82.xml" ContentType="application/vnd.openxmlformats-officedocument.presentationml.slide+xml"/>
  <Override PartName="/ppt/slides/tags/tag53.xml" ContentType="application/vnd.openxmlformats-officedocument.presentationml.tags+xml"/>
  <Override PartName="/ppt/notesSlides/notesSlide34.xml" ContentType="application/vnd.openxmlformats-officedocument.presentationml.notesSlide+xml"/>
  <Override PartName="/ppt/slides/slide83.xml" ContentType="application/vnd.openxmlformats-officedocument.presentationml.slide+xml"/>
  <Override PartName="/ppt/slides/tags/tag54.xml" ContentType="application/vnd.openxmlformats-officedocument.presentationml.tags+xml"/>
  <Override PartName="/ppt/notesSlides/notesSlide35.xml" ContentType="application/vnd.openxmlformats-officedocument.presentationml.notesSlide+xml"/>
  <Override PartName="/ppt/slides/slide84.xml" ContentType="application/vnd.openxmlformats-officedocument.presentationml.slide+xml"/>
  <Override PartName="/ppt/slides/tags/tag55.xml" ContentType="application/vnd.openxmlformats-officedocument.presentationml.tags+xml"/>
  <Override PartName="/ppt/notesSlides/notesSlide36.xml" ContentType="application/vnd.openxmlformats-officedocument.presentationml.notesSlide+xml"/>
  <Override PartName="/ppt/slides/slide85.xml" ContentType="application/vnd.openxmlformats-officedocument.presentationml.slide+xml"/>
  <Override PartName="/ppt/slides/tags/tag56.xml" ContentType="application/vnd.openxmlformats-officedocument.presentationml.tags+xml"/>
  <Override PartName="/ppt/notesSlides/notesSlide37.xml" ContentType="application/vnd.openxmlformats-officedocument.presentationml.notesSlide+xml"/>
  <Override PartName="/ppt/slides/slide86.xml" ContentType="application/vnd.openxmlformats-officedocument.presentationml.slide+xml"/>
  <Override PartName="/ppt/slides/tags/tag57.xml" ContentType="application/vnd.openxmlformats-officedocument.presentationml.tags+xml"/>
  <Override PartName="/ppt/notesSlides/notesSlide38.xml" ContentType="application/vnd.openxmlformats-officedocument.presentationml.notesSlide+xml"/>
  <Override PartName="/ppt/slides/slide87.xml" ContentType="application/vnd.openxmlformats-officedocument.presentationml.slide+xml"/>
  <Override PartName="/ppt/slides/tags/tag58.xml" ContentType="application/vnd.openxmlformats-officedocument.presentationml.tags+xml"/>
  <Override PartName="/ppt/notesSlides/notesSlide39.xml" ContentType="application/vnd.openxmlformats-officedocument.presentationml.notesSlide+xml"/>
  <Override PartName="/ppt/slides/slide88.xml" ContentType="application/vnd.openxmlformats-officedocument.presentationml.slide+xml"/>
  <Override PartName="/ppt/slides/tags/tag59.xml" ContentType="application/vnd.openxmlformats-officedocument.presentationml.tags+xml"/>
  <Override PartName="/ppt/notesSlides/notesSlide40.xml" ContentType="application/vnd.openxmlformats-officedocument.presentationml.notesSlide+xml"/>
  <Override PartName="/ppt/slides/slide89.xml" ContentType="application/vnd.openxmlformats-officedocument.presentationml.slide+xml"/>
  <Override PartName="/ppt/slides/tags/tag60.xml" ContentType="application/vnd.openxmlformats-officedocument.presentationml.tags+xml"/>
  <Override PartName="/ppt/notesSlides/notesSlide41.xml" ContentType="application/vnd.openxmlformats-officedocument.presentationml.notesSlide+xml"/>
  <Override PartName="/ppt/slides/slide90.xml" ContentType="application/vnd.openxmlformats-officedocument.presentationml.slide+xml"/>
  <Override PartName="/ppt/slides/tags/tag61.xml" ContentType="application/vnd.openxmlformats-officedocument.presentationml.tags+xml"/>
  <Override PartName="/ppt/notesSlides/notesSlide42.xml" ContentType="application/vnd.openxmlformats-officedocument.presentationml.notesSlide+xml"/>
  <Override PartName="/ppt/slides/slide91.xml" ContentType="application/vnd.openxmlformats-officedocument.presentationml.slide+xml"/>
  <Override PartName="/ppt/slides/tags/tag62.xml" ContentType="application/vnd.openxmlformats-officedocument.presentationml.tags+xml"/>
  <Override PartName="/ppt/notesSlides/notesSlide43.xml" ContentType="application/vnd.openxmlformats-officedocument.presentationml.notes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tags/tag63.xml" ContentType="application/vnd.openxmlformats-officedocument.presentationml.tags+xml"/>
  <Override PartName="/ppt/notesSlides/notesSlide44.xml" ContentType="application/vnd.openxmlformats-officedocument.presentationml.notesSlide+xml"/>
  <Override PartName="/ppt/slides/slide96.xml" ContentType="application/vnd.openxmlformats-officedocument.presentationml.slide+xml"/>
  <Override PartName="/ppt/slides/tags/tag64.xml" ContentType="application/vnd.openxmlformats-officedocument.presentationml.tags+xml"/>
  <Override PartName="/ppt/notesSlides/notesSlide45.xml" ContentType="application/vnd.openxmlformats-officedocument.presentationml.notesSlide+xml"/>
  <Override PartName="/ppt/slides/slide97.xml" ContentType="application/vnd.openxmlformats-officedocument.presentationml.slide+xml"/>
  <Override PartName="/ppt/slides/tags/tag65.xml" ContentType="application/vnd.openxmlformats-officedocument.presentationml.tags+xml"/>
  <Override PartName="/ppt/notesSlides/notesSlide46.xml" ContentType="application/vnd.openxmlformats-officedocument.presentationml.notes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tags/tag66.xml" ContentType="application/vnd.openxmlformats-officedocument.presentationml.tags+xml"/>
  <Override PartName="/ppt/notesSlides/notesSlide47.xml" ContentType="application/vnd.openxmlformats-officedocument.presentationml.notesSlide+xml"/>
  <Override PartName="/ppt/slides/slide102.xml" ContentType="application/vnd.openxmlformats-officedocument.presentationml.slide+xml"/>
  <Override PartName="/ppt/slides/tags/tag67.xml" ContentType="application/vnd.openxmlformats-officedocument.presentationml.tags+xml"/>
  <Override PartName="/ppt/notesSlides/notesSlide48.xml" ContentType="application/vnd.openxmlformats-officedocument.presentationml.notesSlide+xml"/>
  <Override PartName="/ppt/slides/slide103.xml" ContentType="application/vnd.openxmlformats-officedocument.presentationml.slide+xml"/>
  <Override PartName="/ppt/slides/tags/tag68.xml" ContentType="application/vnd.openxmlformats-officedocument.presentationml.tags+xml"/>
  <Override PartName="/ppt/notesSlides/notesSlide49.xml" ContentType="application/vnd.openxmlformats-officedocument.presentationml.notesSlide+xml"/>
  <Override PartName="/ppt/slides/slide104.xml" ContentType="application/vnd.openxmlformats-officedocument.presentationml.slide+xml"/>
  <Override PartName="/ppt/slides/tags/tag69.xml" ContentType="application/vnd.openxmlformats-officedocument.presentationml.tags+xml"/>
  <Override PartName="/ppt/notesSlides/notesSlide50.xml" ContentType="application/vnd.openxmlformats-officedocument.presentationml.notesSlide+xml"/>
  <Override PartName="/ppt/slides/slide105.xml" ContentType="application/vnd.openxmlformats-officedocument.presentationml.slide+xml"/>
  <Override PartName="/ppt/slides/tags/tag70.xml" ContentType="application/vnd.openxmlformats-officedocument.presentationml.tags+xml"/>
  <Override PartName="/ppt/slides/slide106.xml" ContentType="application/vnd.openxmlformats-officedocument.presentationml.slide+xml"/>
  <Override PartName="/ppt/slides/tags/tag71.xml" ContentType="application/vnd.openxmlformats-officedocument.presentationml.tags+xml"/>
  <Override PartName="/ppt/slides/slide107.xml" ContentType="application/vnd.openxmlformats-officedocument.presentationml.slide+xml"/>
  <Override PartName="/ppt/slides/tags/tag72.xml" ContentType="application/vnd.openxmlformats-officedocument.presentationml.tags+xml"/>
  <Override PartName="/ppt/slides/slide108.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officeDocument/2006/relationships/officeDocument" Target="/ppt/presentation.xml" Id="R5422d2d9a59143af" /><Relationship Type="http://schemas.openxmlformats.org/package/2006/relationships/metadata/core-properties" Target="/docProps/core.xml" Id="R2a84892614254f84" /><Relationship Type="http://schemas.openxmlformats.org/officeDocument/2006/relationships/extended-properties" Target="/docProps/app.xml" Id="R234d87f005794ad8"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bdc2393615994a55"/>
  </p:sldMasterIdLst>
  <p:notesMasterIdLst>
    <p:notesMasterId r:id="R0a68e19b7d14418d"/>
  </p:notesMasterIdLst>
  <p:handoutMasterIdLst>
    <p:handoutMasterId r:id="R5f6207827b5f4f4f"/>
  </p:handoutMasterIdLst>
  <p:sldIdLst>
    <p:sldId id="256" r:id="R70aa62912d774c9e"/>
    <p:sldId id="257" r:id="R9efa7d8ae0c84530"/>
    <p:sldId id="258" r:id="Rd69c269d29f249d6"/>
    <p:sldId id="259" r:id="R0803db0a07da437e"/>
    <p:sldId id="260" r:id="R42602b6fe19c498b"/>
    <p:sldId id="261" r:id="R0392a0e5c7ac4ed7"/>
    <p:sldId id="262" r:id="R866ef369cf8946ae"/>
    <p:sldId id="263" r:id="Rd18af23486b7410f"/>
    <p:sldId id="264" r:id="R1584894f4e6c4f95"/>
    <p:sldId id="265" r:id="Re38ab62e211b44a0"/>
    <p:sldId id="266" r:id="Rb3fc344c7aaa4e0f"/>
    <p:sldId id="267" r:id="R31021b308bcb479e"/>
    <p:sldId id="268" r:id="Rda612fd84f144411"/>
    <p:sldId id="269" r:id="R15445c90864f4021"/>
    <p:sldId id="270" r:id="Rdc3ae871b50e4bd1"/>
    <p:sldId id="271" r:id="Rf2ada7b3992643d9"/>
    <p:sldId id="272" r:id="R13e802dc68534d5a"/>
    <p:sldId id="273" r:id="Rad1cf3756cc045b3"/>
    <p:sldId id="274" r:id="Rc577572af6884514"/>
    <p:sldId id="275" r:id="R68ad880cc5aa4ff4"/>
    <p:sldId id="276" r:id="R838981f8b1554f8e"/>
    <p:sldId id="277" r:id="R7432711ca7754520"/>
    <p:sldId id="278" r:id="R8b0ea645114d4af7"/>
    <p:sldId id="279" r:id="Reb7f044f3416400a"/>
    <p:sldId id="280" r:id="Rf84c2a0a46344967"/>
    <p:sldId id="281" r:id="Rd945be3b6f674d4a"/>
    <p:sldId id="282" r:id="Recb618457f5b4f2f"/>
    <p:sldId id="283" r:id="R8ed84c178baf42fa"/>
    <p:sldId id="284" r:id="R62a89ad4908044db"/>
    <p:sldId id="285" r:id="R536e806f226b4298"/>
    <p:sldId id="286" r:id="R49733146fb6d4b8f"/>
    <p:sldId id="287" r:id="R3850e0e9e20d473a"/>
    <p:sldId id="288" r:id="Ra7ad5af8d84f49e3"/>
    <p:sldId id="289" r:id="R364d1fe168c246e0"/>
    <p:sldId id="290" r:id="R865eae9b19354d27"/>
    <p:sldId id="291" r:id="Rdee1c634f6a14c96"/>
    <p:sldId id="292" r:id="R162d83a47018476b"/>
    <p:sldId id="293" r:id="R30d289bb08254e1f"/>
    <p:sldId id="294" r:id="Rcdb02b6202b64c53"/>
    <p:sldId id="295" r:id="Re614b96e7d39490b"/>
    <p:sldId id="296" r:id="R9ed63d9c16a34195"/>
    <p:sldId id="297" r:id="R205869d5499341b2"/>
    <p:sldId id="298" r:id="R0814d1425e044c93"/>
    <p:sldId id="299" r:id="Ra268c8b745cb4953"/>
    <p:sldId id="300" r:id="R5e3030d0bceb4a1d"/>
    <p:sldId id="301" r:id="R766d9ec67a584c8c"/>
    <p:sldId id="302" r:id="Ra3ece5f4c5ed4373"/>
    <p:sldId id="303" r:id="Rb933b7e18b3b4731"/>
    <p:sldId id="304" r:id="R61a90c5637554900"/>
    <p:sldId id="305" r:id="R57112b925c034c59"/>
    <p:sldId id="306" r:id="R01d0a71125a84292"/>
    <p:sldId id="307" r:id="Re34c497288984d4f"/>
    <p:sldId id="308" r:id="R38a06d60def64eb0"/>
    <p:sldId id="309" r:id="R8465d3e758ff4a2d"/>
    <p:sldId id="310" r:id="Ra62a8170ecc3447d"/>
    <p:sldId id="311" r:id="R912fa85223f0485f"/>
    <p:sldId id="312" r:id="R07859de7532b4c7f"/>
    <p:sldId id="313" r:id="Rf5f222c3997645e5"/>
    <p:sldId id="314" r:id="Ra60dea4ce9744db8"/>
    <p:sldId id="315" r:id="Rbc5d7be90a9b4224"/>
    <p:sldId id="316" r:id="R355b3faf64ad4f54"/>
    <p:sldId id="317" r:id="R8418b0c6e84942f1"/>
    <p:sldId id="318" r:id="R1c9ad711dc374393"/>
    <p:sldId id="319" r:id="R09fe7824e92c45e5"/>
    <p:sldId id="320" r:id="Redcb159d375040e1"/>
    <p:sldId id="321" r:id="Rbacbc0f9a7114e63"/>
    <p:sldId id="322" r:id="Rf0f2bdc4d8a5440a"/>
    <p:sldId id="323" r:id="R2834a0fb9a6346aa"/>
    <p:sldId id="324" r:id="R5b21987c71f742e3"/>
    <p:sldId id="325" r:id="Rda254dd2d3bd4851"/>
    <p:sldId id="326" r:id="R69ee2601db794818"/>
    <p:sldId id="327" r:id="Rc865e6bb8638432d"/>
    <p:sldId id="328" r:id="Rfd1d6793211640bd"/>
    <p:sldId id="329" r:id="R40180ce2a3df4d6a"/>
    <p:sldId id="330" r:id="R9d0c98cea7e54538"/>
    <p:sldId id="331" r:id="R9694e03b458c46ff"/>
    <p:sldId id="332" r:id="R7b5f8b11b5a249c5"/>
    <p:sldId id="333" r:id="R2054aab829b649d7"/>
    <p:sldId id="334" r:id="Re4a148e4108a4f4e"/>
    <p:sldId id="335" r:id="R10f0ae931ebe4994"/>
    <p:sldId id="336" r:id="R175956e84b4243fd"/>
    <p:sldId id="337" r:id="R3250ab76f3d740b9"/>
    <p:sldId id="338" r:id="Rf61f37532ff14683"/>
    <p:sldId id="339" r:id="Rab80e2caefcd4ac4"/>
    <p:sldId id="340" r:id="R860e736b638c44cf"/>
    <p:sldId id="341" r:id="Rff176c9cc52044d5"/>
    <p:sldId id="342" r:id="R741c0a28a3b040ed"/>
    <p:sldId id="343" r:id="R6c5d9a59f1cb4959"/>
    <p:sldId id="344" r:id="Rd0db08d72ed44c34"/>
    <p:sldId id="345" r:id="Rfc1ec3c0c4c8499a"/>
    <p:sldId id="346" r:id="Rf990c7941c7a48dc"/>
    <p:sldId id="347" r:id="Rb2268d91399a4be0"/>
    <p:sldId id="348" r:id="R16e381f13f474e61"/>
    <p:sldId id="349" r:id="Rd4ba27e311624fe4"/>
    <p:sldId id="350" r:id="R14dfc0ca19a64e51"/>
    <p:sldId id="351" r:id="Re104c721f2464924"/>
    <p:sldId id="352" r:id="R317a130142d241de"/>
    <p:sldId id="353" r:id="R35856236af1e4eaa"/>
    <p:sldId id="354" r:id="R2dea98cdefc149e7"/>
    <p:sldId id="355" r:id="Rd9f288891b664aa7"/>
    <p:sldId id="356" r:id="Rc9d254a3d0224f0f"/>
    <p:sldId id="357" r:id="R187ee408fa7a41ec"/>
    <p:sldId id="358" r:id="R733ff18ef1074e50"/>
    <p:sldId id="359" r:id="R33097ee619784a92"/>
    <p:sldId id="360" r:id="R097ba3b8a36e4fea"/>
    <p:sldId id="361" r:id="Rc45bc69f82b54b49"/>
    <p:sldId id="362" r:id="Ra3d138868a56415e"/>
    <p:sldId id="363" r:id="Rd6ad4c8f55bc4cba"/>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viewProps.xml><?xml version="1.0" encoding="utf-8"?>
<p:viewPr xmlns:a="http://schemas.openxmlformats.org/drawingml/2006/main" xmlns:r="http://schemas.openxmlformats.org/officeDocument/2006/relationships" xmlns:p="http://schemas.openxmlformats.org/presentationml/2006/main">
  <p:normalViewPr>
    <p:restoredLeft sz="20073" autoAdjust="0"/>
    <p:restoredTop sz="96281" autoAdjust="0"/>
  </p:normalViewPr>
  <p:slideViewPr>
    <p:cSldViewPr snapToGrid="0">
      <p:cViewPr varScale="1">
        <p:scale>
          <a:sx n="62" d="100"/>
          <a:sy n="62" d="100"/>
        </p:scale>
        <p:origin x="1228" y="3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91" d="100"/>
          <a:sy n="91" d="100"/>
        </p:scale>
        <p:origin x="3750" y="108"/>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handoutMaster" Target="/ppt/handoutMasters/handoutMaster1.xml" Id="R5f6207827b5f4f4f" /><Relationship Type="http://schemas.openxmlformats.org/officeDocument/2006/relationships/notesMaster" Target="/ppt/notesMasters/notesMaster1.xml" Id="R0a68e19b7d14418d" /><Relationship Type="http://schemas.openxmlformats.org/officeDocument/2006/relationships/presProps" Target="/ppt/presProps.xml" Id="R009ccc0390834e80" /><Relationship Type="http://schemas.openxmlformats.org/officeDocument/2006/relationships/viewProps" Target="/ppt/viewProps.xml" Id="Rfc1ced07d93447f7" /><Relationship Type="http://schemas.openxmlformats.org/officeDocument/2006/relationships/slideMaster" Target="/ppt/slideMasters/slideMaster1.xml" Id="Rbdc2393615994a55" /><Relationship Type="http://schemas.openxmlformats.org/officeDocument/2006/relationships/theme" Target="/ppt/slideMasters/theme/theme3.xml" Id="R97270f70b7414b03" /><Relationship Type="http://schemas.openxmlformats.org/officeDocument/2006/relationships/slide" Target="/ppt/slides/slide1.xml" Id="R70aa62912d774c9e" /><Relationship Type="http://schemas.openxmlformats.org/officeDocument/2006/relationships/slide" Target="/ppt/slides/slide2.xml" Id="R9efa7d8ae0c84530" /><Relationship Type="http://schemas.openxmlformats.org/officeDocument/2006/relationships/slide" Target="/ppt/slides/slide3.xml" Id="Rd69c269d29f249d6" /><Relationship Type="http://schemas.openxmlformats.org/officeDocument/2006/relationships/slide" Target="/ppt/slides/slide4.xml" Id="R0803db0a07da437e" /><Relationship Type="http://schemas.openxmlformats.org/officeDocument/2006/relationships/slide" Target="/ppt/slides/slide5.xml" Id="R42602b6fe19c498b" /><Relationship Type="http://schemas.openxmlformats.org/officeDocument/2006/relationships/slide" Target="/ppt/slides/slide6.xml" Id="R0392a0e5c7ac4ed7" /><Relationship Type="http://schemas.openxmlformats.org/officeDocument/2006/relationships/slide" Target="/ppt/slides/slide7.xml" Id="R866ef369cf8946ae" /><Relationship Type="http://schemas.openxmlformats.org/officeDocument/2006/relationships/slide" Target="/ppt/slides/slide8.xml" Id="Rd18af23486b7410f" /><Relationship Type="http://schemas.openxmlformats.org/officeDocument/2006/relationships/slide" Target="/ppt/slides/slide9.xml" Id="R1584894f4e6c4f95" /><Relationship Type="http://schemas.openxmlformats.org/officeDocument/2006/relationships/slide" Target="/ppt/slides/slide10.xml" Id="Re38ab62e211b44a0" /><Relationship Type="http://schemas.openxmlformats.org/officeDocument/2006/relationships/slide" Target="/ppt/slides/slide11.xml" Id="Rb3fc344c7aaa4e0f" /><Relationship Type="http://schemas.openxmlformats.org/officeDocument/2006/relationships/slide" Target="/ppt/slides/slide12.xml" Id="R31021b308bcb479e" /><Relationship Type="http://schemas.openxmlformats.org/officeDocument/2006/relationships/slide" Target="/ppt/slides/slide13.xml" Id="Rda612fd84f144411" /><Relationship Type="http://schemas.openxmlformats.org/officeDocument/2006/relationships/slide" Target="/ppt/slides/slide14.xml" Id="R15445c90864f4021" /><Relationship Type="http://schemas.openxmlformats.org/officeDocument/2006/relationships/slide" Target="/ppt/slides/slide15.xml" Id="Rdc3ae871b50e4bd1" /><Relationship Type="http://schemas.openxmlformats.org/officeDocument/2006/relationships/slide" Target="/ppt/slides/slide16.xml" Id="Rf2ada7b3992643d9" /><Relationship Type="http://schemas.openxmlformats.org/officeDocument/2006/relationships/slide" Target="/ppt/slides/slide17.xml" Id="R13e802dc68534d5a" /><Relationship Type="http://schemas.openxmlformats.org/officeDocument/2006/relationships/slide" Target="/ppt/slides/slide18.xml" Id="Rad1cf3756cc045b3" /><Relationship Type="http://schemas.openxmlformats.org/officeDocument/2006/relationships/slide" Target="/ppt/slides/slide19.xml" Id="Rc577572af6884514" /><Relationship Type="http://schemas.openxmlformats.org/officeDocument/2006/relationships/slide" Target="/ppt/slides/slide20.xml" Id="R68ad880cc5aa4ff4" /><Relationship Type="http://schemas.openxmlformats.org/officeDocument/2006/relationships/slide" Target="/ppt/slides/slide21.xml" Id="R838981f8b1554f8e" /><Relationship Type="http://schemas.openxmlformats.org/officeDocument/2006/relationships/slide" Target="/ppt/slides/slide22.xml" Id="R7432711ca7754520" /><Relationship Type="http://schemas.openxmlformats.org/officeDocument/2006/relationships/slide" Target="/ppt/slides/slide23.xml" Id="R8b0ea645114d4af7" /><Relationship Type="http://schemas.openxmlformats.org/officeDocument/2006/relationships/slide" Target="/ppt/slides/slide24.xml" Id="Reb7f044f3416400a" /><Relationship Type="http://schemas.openxmlformats.org/officeDocument/2006/relationships/slide" Target="/ppt/slides/slide25.xml" Id="Rf84c2a0a46344967" /><Relationship Type="http://schemas.openxmlformats.org/officeDocument/2006/relationships/slide" Target="/ppt/slides/slide26.xml" Id="Rd945be3b6f674d4a" /><Relationship Type="http://schemas.openxmlformats.org/officeDocument/2006/relationships/slide" Target="/ppt/slides/slide27.xml" Id="Recb618457f5b4f2f" /><Relationship Type="http://schemas.openxmlformats.org/officeDocument/2006/relationships/slide" Target="/ppt/slides/slide28.xml" Id="R8ed84c178baf42fa" /><Relationship Type="http://schemas.openxmlformats.org/officeDocument/2006/relationships/slide" Target="/ppt/slides/slide29.xml" Id="R62a89ad4908044db" /><Relationship Type="http://schemas.openxmlformats.org/officeDocument/2006/relationships/slide" Target="/ppt/slides/slide30.xml" Id="R536e806f226b4298" /><Relationship Type="http://schemas.openxmlformats.org/officeDocument/2006/relationships/slide" Target="/ppt/slides/slide31.xml" Id="R49733146fb6d4b8f" /><Relationship Type="http://schemas.openxmlformats.org/officeDocument/2006/relationships/slide" Target="/ppt/slides/slide32.xml" Id="R3850e0e9e20d473a" /><Relationship Type="http://schemas.openxmlformats.org/officeDocument/2006/relationships/slide" Target="/ppt/slides/slide33.xml" Id="Ra7ad5af8d84f49e3" /><Relationship Type="http://schemas.openxmlformats.org/officeDocument/2006/relationships/slide" Target="/ppt/slides/slide34.xml" Id="R364d1fe168c246e0" /><Relationship Type="http://schemas.openxmlformats.org/officeDocument/2006/relationships/slide" Target="/ppt/slides/slide35.xml" Id="R865eae9b19354d27" /><Relationship Type="http://schemas.openxmlformats.org/officeDocument/2006/relationships/slide" Target="/ppt/slides/slide36.xml" Id="Rdee1c634f6a14c96" /><Relationship Type="http://schemas.openxmlformats.org/officeDocument/2006/relationships/slide" Target="/ppt/slides/slide37.xml" Id="R162d83a47018476b" /><Relationship Type="http://schemas.openxmlformats.org/officeDocument/2006/relationships/slide" Target="/ppt/slides/slide38.xml" Id="R30d289bb08254e1f" /><Relationship Type="http://schemas.openxmlformats.org/officeDocument/2006/relationships/slide" Target="/ppt/slides/slide39.xml" Id="Rcdb02b6202b64c53" /><Relationship Type="http://schemas.openxmlformats.org/officeDocument/2006/relationships/slide" Target="/ppt/slides/slide40.xml" Id="Re614b96e7d39490b" /><Relationship Type="http://schemas.openxmlformats.org/officeDocument/2006/relationships/slide" Target="/ppt/slides/slide41.xml" Id="R9ed63d9c16a34195" /><Relationship Type="http://schemas.openxmlformats.org/officeDocument/2006/relationships/slide" Target="/ppt/slides/slide42.xml" Id="R205869d5499341b2" /><Relationship Type="http://schemas.openxmlformats.org/officeDocument/2006/relationships/slide" Target="/ppt/slides/slide43.xml" Id="R0814d1425e044c93" /><Relationship Type="http://schemas.openxmlformats.org/officeDocument/2006/relationships/slide" Target="/ppt/slides/slide44.xml" Id="Ra268c8b745cb4953" /><Relationship Type="http://schemas.openxmlformats.org/officeDocument/2006/relationships/slide" Target="/ppt/slides/slide45.xml" Id="R5e3030d0bceb4a1d" /><Relationship Type="http://schemas.openxmlformats.org/officeDocument/2006/relationships/slide" Target="/ppt/slides/slide46.xml" Id="R766d9ec67a584c8c" /><Relationship Type="http://schemas.openxmlformats.org/officeDocument/2006/relationships/slide" Target="/ppt/slides/slide47.xml" Id="Ra3ece5f4c5ed4373" /><Relationship Type="http://schemas.openxmlformats.org/officeDocument/2006/relationships/slide" Target="/ppt/slides/slide48.xml" Id="Rb933b7e18b3b4731" /><Relationship Type="http://schemas.openxmlformats.org/officeDocument/2006/relationships/slide" Target="/ppt/slides/slide49.xml" Id="R61a90c5637554900" /><Relationship Type="http://schemas.openxmlformats.org/officeDocument/2006/relationships/slide" Target="/ppt/slides/slide50.xml" Id="R57112b925c034c59" /><Relationship Type="http://schemas.openxmlformats.org/officeDocument/2006/relationships/slide" Target="/ppt/slides/slide51.xml" Id="R01d0a71125a84292" /><Relationship Type="http://schemas.openxmlformats.org/officeDocument/2006/relationships/slide" Target="/ppt/slides/slide52.xml" Id="Re34c497288984d4f" /><Relationship Type="http://schemas.openxmlformats.org/officeDocument/2006/relationships/slide" Target="/ppt/slides/slide53.xml" Id="R38a06d60def64eb0" /><Relationship Type="http://schemas.openxmlformats.org/officeDocument/2006/relationships/slide" Target="/ppt/slides/slide54.xml" Id="R8465d3e758ff4a2d" /><Relationship Type="http://schemas.openxmlformats.org/officeDocument/2006/relationships/slide" Target="/ppt/slides/slide55.xml" Id="Ra62a8170ecc3447d" /><Relationship Type="http://schemas.openxmlformats.org/officeDocument/2006/relationships/slide" Target="/ppt/slides/slide56.xml" Id="R912fa85223f0485f" /><Relationship Type="http://schemas.openxmlformats.org/officeDocument/2006/relationships/slide" Target="/ppt/slides/slide57.xml" Id="R07859de7532b4c7f" /><Relationship Type="http://schemas.openxmlformats.org/officeDocument/2006/relationships/slide" Target="/ppt/slides/slide58.xml" Id="Rf5f222c3997645e5" /><Relationship Type="http://schemas.openxmlformats.org/officeDocument/2006/relationships/slide" Target="/ppt/slides/slide59.xml" Id="Ra60dea4ce9744db8" /><Relationship Type="http://schemas.openxmlformats.org/officeDocument/2006/relationships/slide" Target="/ppt/slides/slide60.xml" Id="Rbc5d7be90a9b4224" /><Relationship Type="http://schemas.openxmlformats.org/officeDocument/2006/relationships/slide" Target="/ppt/slides/slide61.xml" Id="R355b3faf64ad4f54" /><Relationship Type="http://schemas.openxmlformats.org/officeDocument/2006/relationships/slide" Target="/ppt/slides/slide62.xml" Id="R8418b0c6e84942f1" /><Relationship Type="http://schemas.openxmlformats.org/officeDocument/2006/relationships/slide" Target="/ppt/slides/slide63.xml" Id="R1c9ad711dc374393" /><Relationship Type="http://schemas.openxmlformats.org/officeDocument/2006/relationships/slide" Target="/ppt/slides/slide64.xml" Id="R09fe7824e92c45e5" /><Relationship Type="http://schemas.openxmlformats.org/officeDocument/2006/relationships/slide" Target="/ppt/slides/slide65.xml" Id="Redcb159d375040e1" /><Relationship Type="http://schemas.openxmlformats.org/officeDocument/2006/relationships/slide" Target="/ppt/slides/slide66.xml" Id="Rbacbc0f9a7114e63" /><Relationship Type="http://schemas.openxmlformats.org/officeDocument/2006/relationships/slide" Target="/ppt/slides/slide67.xml" Id="Rf0f2bdc4d8a5440a" /><Relationship Type="http://schemas.openxmlformats.org/officeDocument/2006/relationships/slide" Target="/ppt/slides/slide68.xml" Id="R2834a0fb9a6346aa" /><Relationship Type="http://schemas.openxmlformats.org/officeDocument/2006/relationships/slide" Target="/ppt/slides/slide69.xml" Id="R5b21987c71f742e3" /><Relationship Type="http://schemas.openxmlformats.org/officeDocument/2006/relationships/slide" Target="/ppt/slides/slide70.xml" Id="Rda254dd2d3bd4851" /><Relationship Type="http://schemas.openxmlformats.org/officeDocument/2006/relationships/slide" Target="/ppt/slides/slide71.xml" Id="R69ee2601db794818" /><Relationship Type="http://schemas.openxmlformats.org/officeDocument/2006/relationships/slide" Target="/ppt/slides/slide72.xml" Id="Rc865e6bb8638432d" /><Relationship Type="http://schemas.openxmlformats.org/officeDocument/2006/relationships/slide" Target="/ppt/slides/slide73.xml" Id="Rfd1d6793211640bd" /><Relationship Type="http://schemas.openxmlformats.org/officeDocument/2006/relationships/slide" Target="/ppt/slides/slide74.xml" Id="R40180ce2a3df4d6a" /><Relationship Type="http://schemas.openxmlformats.org/officeDocument/2006/relationships/slide" Target="/ppt/slides/slide75.xml" Id="R9d0c98cea7e54538" /><Relationship Type="http://schemas.openxmlformats.org/officeDocument/2006/relationships/slide" Target="/ppt/slides/slide76.xml" Id="R9694e03b458c46ff" /><Relationship Type="http://schemas.openxmlformats.org/officeDocument/2006/relationships/slide" Target="/ppt/slides/slide77.xml" Id="R7b5f8b11b5a249c5" /><Relationship Type="http://schemas.openxmlformats.org/officeDocument/2006/relationships/slide" Target="/ppt/slides/slide78.xml" Id="R2054aab829b649d7" /><Relationship Type="http://schemas.openxmlformats.org/officeDocument/2006/relationships/slide" Target="/ppt/slides/slide79.xml" Id="Re4a148e4108a4f4e" /><Relationship Type="http://schemas.openxmlformats.org/officeDocument/2006/relationships/slide" Target="/ppt/slides/slide80.xml" Id="R10f0ae931ebe4994" /><Relationship Type="http://schemas.openxmlformats.org/officeDocument/2006/relationships/slide" Target="/ppt/slides/slide81.xml" Id="R175956e84b4243fd" /><Relationship Type="http://schemas.openxmlformats.org/officeDocument/2006/relationships/slide" Target="/ppt/slides/slide82.xml" Id="R3250ab76f3d740b9" /><Relationship Type="http://schemas.openxmlformats.org/officeDocument/2006/relationships/slide" Target="/ppt/slides/slide83.xml" Id="Rf61f37532ff14683" /><Relationship Type="http://schemas.openxmlformats.org/officeDocument/2006/relationships/slide" Target="/ppt/slides/slide84.xml" Id="Rab80e2caefcd4ac4" /><Relationship Type="http://schemas.openxmlformats.org/officeDocument/2006/relationships/slide" Target="/ppt/slides/slide85.xml" Id="R860e736b638c44cf" /><Relationship Type="http://schemas.openxmlformats.org/officeDocument/2006/relationships/slide" Target="/ppt/slides/slide86.xml" Id="Rff176c9cc52044d5" /><Relationship Type="http://schemas.openxmlformats.org/officeDocument/2006/relationships/slide" Target="/ppt/slides/slide87.xml" Id="R741c0a28a3b040ed" /><Relationship Type="http://schemas.openxmlformats.org/officeDocument/2006/relationships/slide" Target="/ppt/slides/slide88.xml" Id="R6c5d9a59f1cb4959" /><Relationship Type="http://schemas.openxmlformats.org/officeDocument/2006/relationships/slide" Target="/ppt/slides/slide89.xml" Id="Rd0db08d72ed44c34" /><Relationship Type="http://schemas.openxmlformats.org/officeDocument/2006/relationships/slide" Target="/ppt/slides/slide90.xml" Id="Rfc1ec3c0c4c8499a" /><Relationship Type="http://schemas.openxmlformats.org/officeDocument/2006/relationships/slide" Target="/ppt/slides/slide91.xml" Id="Rf990c7941c7a48dc" /><Relationship Type="http://schemas.openxmlformats.org/officeDocument/2006/relationships/slide" Target="/ppt/slides/slide92.xml" Id="Rb2268d91399a4be0" /><Relationship Type="http://schemas.openxmlformats.org/officeDocument/2006/relationships/slide" Target="/ppt/slides/slide93.xml" Id="R16e381f13f474e61" /><Relationship Type="http://schemas.openxmlformats.org/officeDocument/2006/relationships/slide" Target="/ppt/slides/slide94.xml" Id="Rd4ba27e311624fe4" /><Relationship Type="http://schemas.openxmlformats.org/officeDocument/2006/relationships/slide" Target="/ppt/slides/slide95.xml" Id="R14dfc0ca19a64e51" /><Relationship Type="http://schemas.openxmlformats.org/officeDocument/2006/relationships/slide" Target="/ppt/slides/slide96.xml" Id="Re104c721f2464924" /><Relationship Type="http://schemas.openxmlformats.org/officeDocument/2006/relationships/slide" Target="/ppt/slides/slide97.xml" Id="R317a130142d241de" /><Relationship Type="http://schemas.openxmlformats.org/officeDocument/2006/relationships/slide" Target="/ppt/slides/slide98.xml" Id="R35856236af1e4eaa" /><Relationship Type="http://schemas.openxmlformats.org/officeDocument/2006/relationships/slide" Target="/ppt/slides/slide99.xml" Id="R2dea98cdefc149e7" /><Relationship Type="http://schemas.openxmlformats.org/officeDocument/2006/relationships/slide" Target="/ppt/slides/slide100.xml" Id="Rd9f288891b664aa7" /><Relationship Type="http://schemas.openxmlformats.org/officeDocument/2006/relationships/slide" Target="/ppt/slides/slide101.xml" Id="Rc9d254a3d0224f0f" /><Relationship Type="http://schemas.openxmlformats.org/officeDocument/2006/relationships/slide" Target="/ppt/slides/slide102.xml" Id="R187ee408fa7a41ec" /><Relationship Type="http://schemas.openxmlformats.org/officeDocument/2006/relationships/slide" Target="/ppt/slides/slide103.xml" Id="R733ff18ef1074e50" /><Relationship Type="http://schemas.openxmlformats.org/officeDocument/2006/relationships/slide" Target="/ppt/slides/slide104.xml" Id="R33097ee619784a92" /><Relationship Type="http://schemas.openxmlformats.org/officeDocument/2006/relationships/slide" Target="/ppt/slides/slide105.xml" Id="R097ba3b8a36e4fea" /><Relationship Type="http://schemas.openxmlformats.org/officeDocument/2006/relationships/slide" Target="/ppt/slides/slide106.xml" Id="Rc45bc69f82b54b49" /><Relationship Type="http://schemas.openxmlformats.org/officeDocument/2006/relationships/slide" Target="/ppt/slides/slide107.xml" Id="Ra3d138868a56415e" /><Relationship Type="http://schemas.openxmlformats.org/officeDocument/2006/relationships/slide" Target="/ppt/slides/slide108.xml" Id="Rd6ad4c8f55bc4cba" /></Relationships>
</file>

<file path=ppt/handoutMasters/_rels/handoutMaster1.xml.rels>&#65279;<?xml version="1.0" encoding="utf-8"?><Relationships xmlns="http://schemas.openxmlformats.org/package/2006/relationships"><Relationship Type="http://schemas.openxmlformats.org/officeDocument/2006/relationships/theme" Target="/ppt/handoutMasters/theme/theme1.xml" Id="R932d91cbd3af4975"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1EDE6AC-9ACF-4929-B820-39B657DA30CA}" type="datetimeFigureOut">
              <a:rPr lang="en-IN"/>
              <a:t>22-04-2025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6649FB-1A5C-4ADE-AC4E-C740F5198A2A}" type="slidenum">
              <a:rPr lang="en-IN"/>
              <a:t>‹#›</a:t>
            </a:fld>
            <a:endParaRPr lang="en-IN"/>
          </a:p>
        </p:txBody>
      </p:sp>
    </p:spTree>
    <p:extLst>
      <p:ext uri="{BB962C8B-B14F-4D97-AF65-F5344CB8AC3E}">
        <p14:creationId xmlns:p14="http://schemas.microsoft.com/office/powerpoint/2010/main" val="201504043"/>
      </p:ext>
    </p:extLst>
  </p:cSld>
  <p:clrMap bg1="lt1" tx1="dk1" bg2="lt2" tx2="dk2" accent1="accent1" accent2="accent2" accent3="accent3" accent4="accent4" accent5="accent5" accent6="accent6" hlink="hlink" folHlink="folHlink"/>
</p:handoutMaster>
</file>

<file path=ppt/handoutMasters/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Masters/_rels/notesMaster1.xml.rels>&#65279;<?xml version="1.0" encoding="utf-8"?><Relationships xmlns="http://schemas.openxmlformats.org/package/2006/relationships"><Relationship Type="http://schemas.openxmlformats.org/officeDocument/2006/relationships/theme" Target="/ppt/notesMasters/theme/theme2.xml" Id="R516d8cde0060454b"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B90AC0-D5C3-AD43-91A3-7D18C836627E}" type="datetimeFigureOut">
              <a:rPr lang="en-US"/>
              <a:t>4/22/2025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2E4CE2-CEC8-754E-B21E-2BD547D16516}" type="slidenum">
              <a:rPr lang="en-US"/>
              <a:t>‹#›</a:t>
            </a:fld>
            <a:endParaRPr lang="en-US"/>
          </a:p>
        </p:txBody>
      </p:sp>
    </p:spTree>
    <p:extLst>
      <p:ext uri="{BB962C8B-B14F-4D97-AF65-F5344CB8AC3E}">
        <p14:creationId xmlns:p14="http://schemas.microsoft.com/office/powerpoint/2010/main" val="3183492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33.xml" Id="R4a7ba162070344e3" /><Relationship Type="http://schemas.openxmlformats.org/officeDocument/2006/relationships/notesMaster" Target="/ppt/notesMasters/notesMaster1.xml" Id="R061e1fd1e19a4fbc" /></Relationships>
</file>

<file path=ppt/notesSlides/_rels/notesSlide2.xml.rels>&#65279;<?xml version="1.0" encoding="utf-8"?><Relationships xmlns="http://schemas.openxmlformats.org/package/2006/relationships"><Relationship Type="http://schemas.openxmlformats.org/officeDocument/2006/relationships/slide" Target="/ppt/slides/slide34.xml" Id="R0dbff3c64818410e" /><Relationship Type="http://schemas.openxmlformats.org/officeDocument/2006/relationships/notesMaster" Target="/ppt/notesMasters/notesMaster1.xml" Id="R33f44c6be715448b" /></Relationships>
</file>

<file path=ppt/notesSlides/_rels/notesSlide3.xml.rels>&#65279;<?xml version="1.0" encoding="utf-8"?><Relationships xmlns="http://schemas.openxmlformats.org/package/2006/relationships"><Relationship Type="http://schemas.openxmlformats.org/officeDocument/2006/relationships/slide" Target="/ppt/slides/slide35.xml" Id="R24905bfc5e6a4fb0" /><Relationship Type="http://schemas.openxmlformats.org/officeDocument/2006/relationships/notesMaster" Target="/ppt/notesMasters/notesMaster1.xml" Id="Rb7c43726abf54692" /></Relationships>
</file>

<file path=ppt/notesSlides/_rels/notesSlide4.xml.rels>&#65279;<?xml version="1.0" encoding="utf-8"?><Relationships xmlns="http://schemas.openxmlformats.org/package/2006/relationships"><Relationship Type="http://schemas.openxmlformats.org/officeDocument/2006/relationships/slide" Target="/ppt/slides/slide36.xml" Id="Ra183775844a7448c" /><Relationship Type="http://schemas.openxmlformats.org/officeDocument/2006/relationships/notesMaster" Target="/ppt/notesMasters/notesMaster1.xml" Id="R88703043bc784757" /></Relationships>
</file>

<file path=ppt/notesSlides/_rels/notesSlide5.xml.rels>&#65279;<?xml version="1.0" encoding="utf-8"?><Relationships xmlns="http://schemas.openxmlformats.org/package/2006/relationships"><Relationship Type="http://schemas.openxmlformats.org/officeDocument/2006/relationships/slide" Target="/ppt/slides/slide37.xml" Id="R17ad6105c21841b4" /><Relationship Type="http://schemas.openxmlformats.org/officeDocument/2006/relationships/notesMaster" Target="/ppt/notesMasters/notesMaster1.xml" Id="R5d27593dfc42479c" /></Relationships>
</file>

<file path=ppt/notesSlides/_rels/notesSlide6.xml.rels>&#65279;<?xml version="1.0" encoding="utf-8"?><Relationships xmlns="http://schemas.openxmlformats.org/package/2006/relationships"><Relationship Type="http://schemas.openxmlformats.org/officeDocument/2006/relationships/slide" Target="/ppt/slides/slide41.xml" Id="R45c1489e744b4c01" /><Relationship Type="http://schemas.openxmlformats.org/officeDocument/2006/relationships/notesMaster" Target="/ppt/notesMasters/notesMaster1.xml" Id="Rf5f843ce4fa943ab" /></Relationships>
</file>

<file path=ppt/notesSlides/_rels/notesSlide7.xml.rels>&#65279;<?xml version="1.0" encoding="utf-8"?><Relationships xmlns="http://schemas.openxmlformats.org/package/2006/relationships"><Relationship Type="http://schemas.openxmlformats.org/officeDocument/2006/relationships/slide" Target="/ppt/slides/slide42.xml" Id="Rd1723a3020d74b47" /><Relationship Type="http://schemas.openxmlformats.org/officeDocument/2006/relationships/notesMaster" Target="/ppt/notesMasters/notesMaster1.xml" Id="Raa87f2bd0f264107" /></Relationships>
</file>

<file path=ppt/notesSlides/_rels/notesSlide8.xml.rels>&#65279;<?xml version="1.0" encoding="utf-8"?><Relationships xmlns="http://schemas.openxmlformats.org/package/2006/relationships"><Relationship Type="http://schemas.openxmlformats.org/officeDocument/2006/relationships/slide" Target="/ppt/slides/slide43.xml" Id="R99f9e51421834808" /><Relationship Type="http://schemas.openxmlformats.org/officeDocument/2006/relationships/notesMaster" Target="/ppt/notesMasters/notesMaster1.xml" Id="R9096f8c41ae641aa" /></Relationships>
</file>

<file path=ppt/notesSlides/_rels/notesSlide9.xml.rels>&#65279;<?xml version="1.0" encoding="utf-8"?><Relationships xmlns="http://schemas.openxmlformats.org/package/2006/relationships"><Relationship Type="http://schemas.openxmlformats.org/officeDocument/2006/relationships/slide" Target="/ppt/slides/slide44.xml" Id="R0938b073234f42d4" /><Relationship Type="http://schemas.openxmlformats.org/officeDocument/2006/relationships/notesMaster" Target="/ppt/notesMasters/notesMaster1.xml" Id="R7449a569b1b74a3f" /></Relationships>
</file>

<file path=ppt/notesSlides/_rels/notesSlide10.xml.rels>&#65279;<?xml version="1.0" encoding="utf-8"?><Relationships xmlns="http://schemas.openxmlformats.org/package/2006/relationships"><Relationship Type="http://schemas.openxmlformats.org/officeDocument/2006/relationships/slide" Target="/ppt/slides/slide45.xml" Id="Rf14f263b45314984" /><Relationship Type="http://schemas.openxmlformats.org/officeDocument/2006/relationships/notesMaster" Target="/ppt/notesMasters/notesMaster1.xml" Id="Rc05f69596c6a4b7e" /></Relationships>
</file>

<file path=ppt/notesSlides/_rels/notesSlide11.xml.rels>&#65279;<?xml version="1.0" encoding="utf-8"?><Relationships xmlns="http://schemas.openxmlformats.org/package/2006/relationships"><Relationship Type="http://schemas.openxmlformats.org/officeDocument/2006/relationships/slide" Target="/ppt/slides/slide49.xml" Id="R1849786a6bd64f36" /><Relationship Type="http://schemas.openxmlformats.org/officeDocument/2006/relationships/notesMaster" Target="/ppt/notesMasters/notesMaster1.xml" Id="Rbe2ae9c663424cff" /></Relationships>
</file>

<file path=ppt/notesSlides/_rels/notesSlide12.xml.rels>&#65279;<?xml version="1.0" encoding="utf-8"?><Relationships xmlns="http://schemas.openxmlformats.org/package/2006/relationships"><Relationship Type="http://schemas.openxmlformats.org/officeDocument/2006/relationships/slide" Target="/ppt/slides/slide50.xml" Id="R90cc825be3644c59" /><Relationship Type="http://schemas.openxmlformats.org/officeDocument/2006/relationships/notesMaster" Target="/ppt/notesMasters/notesMaster1.xml" Id="R60205acb44714798" /></Relationships>
</file>

<file path=ppt/notesSlides/_rels/notesSlide13.xml.rels>&#65279;<?xml version="1.0" encoding="utf-8"?><Relationships xmlns="http://schemas.openxmlformats.org/package/2006/relationships"><Relationship Type="http://schemas.openxmlformats.org/officeDocument/2006/relationships/slide" Target="/ppt/slides/slide51.xml" Id="R385ab33a513f4750" /><Relationship Type="http://schemas.openxmlformats.org/officeDocument/2006/relationships/notesMaster" Target="/ppt/notesMasters/notesMaster1.xml" Id="Re8dbee3987834903" /></Relationships>
</file>

<file path=ppt/notesSlides/_rels/notesSlide14.xml.rels>&#65279;<?xml version="1.0" encoding="utf-8"?><Relationships xmlns="http://schemas.openxmlformats.org/package/2006/relationships"><Relationship Type="http://schemas.openxmlformats.org/officeDocument/2006/relationships/slide" Target="/ppt/slides/slide55.xml" Id="Rcbed1513e346444f" /><Relationship Type="http://schemas.openxmlformats.org/officeDocument/2006/relationships/notesMaster" Target="/ppt/notesMasters/notesMaster1.xml" Id="R37f5fc9bb3134d68" /></Relationships>
</file>

<file path=ppt/notesSlides/_rels/notesSlide15.xml.rels>&#65279;<?xml version="1.0" encoding="utf-8"?><Relationships xmlns="http://schemas.openxmlformats.org/package/2006/relationships"><Relationship Type="http://schemas.openxmlformats.org/officeDocument/2006/relationships/slide" Target="/ppt/slides/slide56.xml" Id="Rf19d45b764734900" /><Relationship Type="http://schemas.openxmlformats.org/officeDocument/2006/relationships/notesMaster" Target="/ppt/notesMasters/notesMaster1.xml" Id="R1c3eba335cd34d6c" /></Relationships>
</file>

<file path=ppt/notesSlides/_rels/notesSlide16.xml.rels>&#65279;<?xml version="1.0" encoding="utf-8"?><Relationships xmlns="http://schemas.openxmlformats.org/package/2006/relationships"><Relationship Type="http://schemas.openxmlformats.org/officeDocument/2006/relationships/slide" Target="/ppt/slides/slide57.xml" Id="Rb21232861f544ac3" /><Relationship Type="http://schemas.openxmlformats.org/officeDocument/2006/relationships/notesMaster" Target="/ppt/notesMasters/notesMaster1.xml" Id="Rcc195e6c74a04f9c" /></Relationships>
</file>

<file path=ppt/notesSlides/_rels/notesSlide17.xml.rels>&#65279;<?xml version="1.0" encoding="utf-8"?><Relationships xmlns="http://schemas.openxmlformats.org/package/2006/relationships"><Relationship Type="http://schemas.openxmlformats.org/officeDocument/2006/relationships/slide" Target="/ppt/slides/slide58.xml" Id="R1ebcb67e93df43e3" /><Relationship Type="http://schemas.openxmlformats.org/officeDocument/2006/relationships/notesMaster" Target="/ppt/notesMasters/notesMaster1.xml" Id="Raa768b290baf4a89" /></Relationships>
</file>

<file path=ppt/notesSlides/_rels/notesSlide18.xml.rels>&#65279;<?xml version="1.0" encoding="utf-8"?><Relationships xmlns="http://schemas.openxmlformats.org/package/2006/relationships"><Relationship Type="http://schemas.openxmlformats.org/officeDocument/2006/relationships/slide" Target="/ppt/slides/slide59.xml" Id="Ra165bdc706174356" /><Relationship Type="http://schemas.openxmlformats.org/officeDocument/2006/relationships/notesMaster" Target="/ppt/notesMasters/notesMaster1.xml" Id="Rdd156bcff43643c6" /></Relationships>
</file>

<file path=ppt/notesSlides/_rels/notesSlide19.xml.rels>&#65279;<?xml version="1.0" encoding="utf-8"?><Relationships xmlns="http://schemas.openxmlformats.org/package/2006/relationships"><Relationship Type="http://schemas.openxmlformats.org/officeDocument/2006/relationships/slide" Target="/ppt/slides/slide60.xml" Id="Rb51e202adae84306" /><Relationship Type="http://schemas.openxmlformats.org/officeDocument/2006/relationships/notesMaster" Target="/ppt/notesMasters/notesMaster1.xml" Id="Rfcf768d4f1e94a17" /></Relationships>
</file>

<file path=ppt/notesSlides/_rels/notesSlide20.xml.rels>&#65279;<?xml version="1.0" encoding="utf-8"?><Relationships xmlns="http://schemas.openxmlformats.org/package/2006/relationships"><Relationship Type="http://schemas.openxmlformats.org/officeDocument/2006/relationships/slide" Target="/ppt/slides/slide61.xml" Id="Rd3ebbcd2982e4a71" /><Relationship Type="http://schemas.openxmlformats.org/officeDocument/2006/relationships/notesMaster" Target="/ppt/notesMasters/notesMaster1.xml" Id="Rbc084cb789d14776" /></Relationships>
</file>

<file path=ppt/notesSlides/_rels/notesSlide21.xml.rels>&#65279;<?xml version="1.0" encoding="utf-8"?><Relationships xmlns="http://schemas.openxmlformats.org/package/2006/relationships"><Relationship Type="http://schemas.openxmlformats.org/officeDocument/2006/relationships/slide" Target="/ppt/slides/slide62.xml" Id="Rb78138533296445c" /><Relationship Type="http://schemas.openxmlformats.org/officeDocument/2006/relationships/notesMaster" Target="/ppt/notesMasters/notesMaster1.xml" Id="R55ffde091e694934" /></Relationships>
</file>

<file path=ppt/notesSlides/_rels/notesSlide22.xml.rels>&#65279;<?xml version="1.0" encoding="utf-8"?><Relationships xmlns="http://schemas.openxmlformats.org/package/2006/relationships"><Relationship Type="http://schemas.openxmlformats.org/officeDocument/2006/relationships/slide" Target="/ppt/slides/slide66.xml" Id="Rb01e26bf55ee4642" /><Relationship Type="http://schemas.openxmlformats.org/officeDocument/2006/relationships/notesMaster" Target="/ppt/notesMasters/notesMaster1.xml" Id="R6766656497af48a2" /></Relationships>
</file>

<file path=ppt/notesSlides/_rels/notesSlide23.xml.rels>&#65279;<?xml version="1.0" encoding="utf-8"?><Relationships xmlns="http://schemas.openxmlformats.org/package/2006/relationships"><Relationship Type="http://schemas.openxmlformats.org/officeDocument/2006/relationships/slide" Target="/ppt/slides/slide67.xml" Id="Rf31aa33c1c024f69" /><Relationship Type="http://schemas.openxmlformats.org/officeDocument/2006/relationships/notesMaster" Target="/ppt/notesMasters/notesMaster1.xml" Id="R6cd76d278ba84a6a" /></Relationships>
</file>

<file path=ppt/notesSlides/_rels/notesSlide24.xml.rels>&#65279;<?xml version="1.0" encoding="utf-8"?><Relationships xmlns="http://schemas.openxmlformats.org/package/2006/relationships"><Relationship Type="http://schemas.openxmlformats.org/officeDocument/2006/relationships/slide" Target="/ppt/slides/slide68.xml" Id="R2ca769ce0b3f42c0" /><Relationship Type="http://schemas.openxmlformats.org/officeDocument/2006/relationships/notesMaster" Target="/ppt/notesMasters/notesMaster1.xml" Id="R4f0683fd1c24414e" /></Relationships>
</file>

<file path=ppt/notesSlides/_rels/notesSlide25.xml.rels>&#65279;<?xml version="1.0" encoding="utf-8"?><Relationships xmlns="http://schemas.openxmlformats.org/package/2006/relationships"><Relationship Type="http://schemas.openxmlformats.org/officeDocument/2006/relationships/slide" Target="/ppt/slides/slide69.xml" Id="R11f5aca8870a4a49" /><Relationship Type="http://schemas.openxmlformats.org/officeDocument/2006/relationships/notesMaster" Target="/ppt/notesMasters/notesMaster1.xml" Id="Re0f67587c7904cf4" /></Relationships>
</file>

<file path=ppt/notesSlides/_rels/notesSlide26.xml.rels>&#65279;<?xml version="1.0" encoding="utf-8"?><Relationships xmlns="http://schemas.openxmlformats.org/package/2006/relationships"><Relationship Type="http://schemas.openxmlformats.org/officeDocument/2006/relationships/slide" Target="/ppt/slides/slide70.xml" Id="R94c6f3fdab65455c" /><Relationship Type="http://schemas.openxmlformats.org/officeDocument/2006/relationships/notesMaster" Target="/ppt/notesMasters/notesMaster1.xml" Id="R994190be6e0649d6" /></Relationships>
</file>

<file path=ppt/notesSlides/_rels/notesSlide27.xml.rels>&#65279;<?xml version="1.0" encoding="utf-8"?><Relationships xmlns="http://schemas.openxmlformats.org/package/2006/relationships"><Relationship Type="http://schemas.openxmlformats.org/officeDocument/2006/relationships/slide" Target="/ppt/slides/slide71.xml" Id="Rd048596e3b244e54" /><Relationship Type="http://schemas.openxmlformats.org/officeDocument/2006/relationships/notesMaster" Target="/ppt/notesMasters/notesMaster1.xml" Id="R3f879c8377024c98" /></Relationships>
</file>

<file path=ppt/notesSlides/_rels/notesSlide28.xml.rels>&#65279;<?xml version="1.0" encoding="utf-8"?><Relationships xmlns="http://schemas.openxmlformats.org/package/2006/relationships"><Relationship Type="http://schemas.openxmlformats.org/officeDocument/2006/relationships/slide" Target="/ppt/slides/slide72.xml" Id="Ra109a005ea664499" /><Relationship Type="http://schemas.openxmlformats.org/officeDocument/2006/relationships/notesMaster" Target="/ppt/notesMasters/notesMaster1.xml" Id="R435f04fe52f24ba9" /></Relationships>
</file>

<file path=ppt/notesSlides/_rels/notesSlide29.xml.rels>&#65279;<?xml version="1.0" encoding="utf-8"?><Relationships xmlns="http://schemas.openxmlformats.org/package/2006/relationships"><Relationship Type="http://schemas.openxmlformats.org/officeDocument/2006/relationships/slide" Target="/ppt/slides/slide73.xml" Id="R62ff34e141aa4bd1" /><Relationship Type="http://schemas.openxmlformats.org/officeDocument/2006/relationships/notesMaster" Target="/ppt/notesMasters/notesMaster1.xml" Id="R65eec5493fad4d70" /></Relationships>
</file>

<file path=ppt/notesSlides/_rels/notesSlide30.xml.rels>&#65279;<?xml version="1.0" encoding="utf-8"?><Relationships xmlns="http://schemas.openxmlformats.org/package/2006/relationships"><Relationship Type="http://schemas.openxmlformats.org/officeDocument/2006/relationships/slide" Target="/ppt/slides/slide77.xml" Id="Rce2815d752d946ed" /><Relationship Type="http://schemas.openxmlformats.org/officeDocument/2006/relationships/notesMaster" Target="/ppt/notesMasters/notesMaster1.xml" Id="Rb974e0a379994a44" /></Relationships>
</file>

<file path=ppt/notesSlides/_rels/notesSlide31.xml.rels>&#65279;<?xml version="1.0" encoding="utf-8"?><Relationships xmlns="http://schemas.openxmlformats.org/package/2006/relationships"><Relationship Type="http://schemas.openxmlformats.org/officeDocument/2006/relationships/slide" Target="/ppt/slides/slide79.xml" Id="R745b912154dd4605" /><Relationship Type="http://schemas.openxmlformats.org/officeDocument/2006/relationships/notesMaster" Target="/ppt/notesMasters/notesMaster1.xml" Id="Raf8ff437270e434a" /></Relationships>
</file>

<file path=ppt/notesSlides/_rels/notesSlide32.xml.rels>&#65279;<?xml version="1.0" encoding="utf-8"?><Relationships xmlns="http://schemas.openxmlformats.org/package/2006/relationships"><Relationship Type="http://schemas.openxmlformats.org/officeDocument/2006/relationships/slide" Target="/ppt/slides/slide80.xml" Id="Rac717357ca93401b" /><Relationship Type="http://schemas.openxmlformats.org/officeDocument/2006/relationships/notesMaster" Target="/ppt/notesMasters/notesMaster1.xml" Id="R4f4a006be2614b53" /></Relationships>
</file>

<file path=ppt/notesSlides/_rels/notesSlide33.xml.rels>&#65279;<?xml version="1.0" encoding="utf-8"?><Relationships xmlns="http://schemas.openxmlformats.org/package/2006/relationships"><Relationship Type="http://schemas.openxmlformats.org/officeDocument/2006/relationships/slide" Target="/ppt/slides/slide81.xml" Id="Rd32be59a572d4f44" /><Relationship Type="http://schemas.openxmlformats.org/officeDocument/2006/relationships/notesMaster" Target="/ppt/notesMasters/notesMaster1.xml" Id="R570ef5d262694e4b" /></Relationships>
</file>

<file path=ppt/notesSlides/_rels/notesSlide34.xml.rels>&#65279;<?xml version="1.0" encoding="utf-8"?><Relationships xmlns="http://schemas.openxmlformats.org/package/2006/relationships"><Relationship Type="http://schemas.openxmlformats.org/officeDocument/2006/relationships/slide" Target="/ppt/slides/slide82.xml" Id="R56518d60f7c2412a" /><Relationship Type="http://schemas.openxmlformats.org/officeDocument/2006/relationships/notesMaster" Target="/ppt/notesMasters/notesMaster1.xml" Id="R846a4e7761d147a0" /></Relationships>
</file>

<file path=ppt/notesSlides/_rels/notesSlide35.xml.rels>&#65279;<?xml version="1.0" encoding="utf-8"?><Relationships xmlns="http://schemas.openxmlformats.org/package/2006/relationships"><Relationship Type="http://schemas.openxmlformats.org/officeDocument/2006/relationships/slide" Target="/ppt/slides/slide83.xml" Id="R9444446c80404849" /><Relationship Type="http://schemas.openxmlformats.org/officeDocument/2006/relationships/notesMaster" Target="/ppt/notesMasters/notesMaster1.xml" Id="R8aad9d3e634e4c26" /></Relationships>
</file>

<file path=ppt/notesSlides/_rels/notesSlide36.xml.rels>&#65279;<?xml version="1.0" encoding="utf-8"?><Relationships xmlns="http://schemas.openxmlformats.org/package/2006/relationships"><Relationship Type="http://schemas.openxmlformats.org/officeDocument/2006/relationships/slide" Target="/ppt/slides/slide84.xml" Id="R88291474c7fd4837" /><Relationship Type="http://schemas.openxmlformats.org/officeDocument/2006/relationships/notesMaster" Target="/ppt/notesMasters/notesMaster1.xml" Id="Rff1dceb99a41425b" /></Relationships>
</file>

<file path=ppt/notesSlides/_rels/notesSlide37.xml.rels>&#65279;<?xml version="1.0" encoding="utf-8"?><Relationships xmlns="http://schemas.openxmlformats.org/package/2006/relationships"><Relationship Type="http://schemas.openxmlformats.org/officeDocument/2006/relationships/slide" Target="/ppt/slides/slide85.xml" Id="R661bf50344064b37" /><Relationship Type="http://schemas.openxmlformats.org/officeDocument/2006/relationships/notesMaster" Target="/ppt/notesMasters/notesMaster1.xml" Id="R3f30c0ffc11b4692" /></Relationships>
</file>

<file path=ppt/notesSlides/_rels/notesSlide38.xml.rels>&#65279;<?xml version="1.0" encoding="utf-8"?><Relationships xmlns="http://schemas.openxmlformats.org/package/2006/relationships"><Relationship Type="http://schemas.openxmlformats.org/officeDocument/2006/relationships/slide" Target="/ppt/slides/slide86.xml" Id="R0a64dccf915f43b1" /><Relationship Type="http://schemas.openxmlformats.org/officeDocument/2006/relationships/notesMaster" Target="/ppt/notesMasters/notesMaster1.xml" Id="R9df4208d02d1430d" /></Relationships>
</file>

<file path=ppt/notesSlides/_rels/notesSlide39.xml.rels>&#65279;<?xml version="1.0" encoding="utf-8"?><Relationships xmlns="http://schemas.openxmlformats.org/package/2006/relationships"><Relationship Type="http://schemas.openxmlformats.org/officeDocument/2006/relationships/slide" Target="/ppt/slides/slide87.xml" Id="R626c1e54821142f1" /><Relationship Type="http://schemas.openxmlformats.org/officeDocument/2006/relationships/notesMaster" Target="/ppt/notesMasters/notesMaster1.xml" Id="Raa97363004e94672" /></Relationships>
</file>

<file path=ppt/notesSlides/_rels/notesSlide40.xml.rels>&#65279;<?xml version="1.0" encoding="utf-8"?><Relationships xmlns="http://schemas.openxmlformats.org/package/2006/relationships"><Relationship Type="http://schemas.openxmlformats.org/officeDocument/2006/relationships/slide" Target="/ppt/slides/slide88.xml" Id="R47d590189ff54b01" /><Relationship Type="http://schemas.openxmlformats.org/officeDocument/2006/relationships/notesMaster" Target="/ppt/notesMasters/notesMaster1.xml" Id="Rb947e743a34c4a2e" /></Relationships>
</file>

<file path=ppt/notesSlides/_rels/notesSlide41.xml.rels>&#65279;<?xml version="1.0" encoding="utf-8"?><Relationships xmlns="http://schemas.openxmlformats.org/package/2006/relationships"><Relationship Type="http://schemas.openxmlformats.org/officeDocument/2006/relationships/slide" Target="/ppt/slides/slide89.xml" Id="Rb490e1efbbc94f77" /><Relationship Type="http://schemas.openxmlformats.org/officeDocument/2006/relationships/notesMaster" Target="/ppt/notesMasters/notesMaster1.xml" Id="Rfbe006d23a9541d5" /></Relationships>
</file>

<file path=ppt/notesSlides/_rels/notesSlide42.xml.rels>&#65279;<?xml version="1.0" encoding="utf-8"?><Relationships xmlns="http://schemas.openxmlformats.org/package/2006/relationships"><Relationship Type="http://schemas.openxmlformats.org/officeDocument/2006/relationships/slide" Target="/ppt/slides/slide90.xml" Id="R45a00f3ee5cb4e1f" /><Relationship Type="http://schemas.openxmlformats.org/officeDocument/2006/relationships/notesMaster" Target="/ppt/notesMasters/notesMaster1.xml" Id="R4efd556c4dd44614" /></Relationships>
</file>

<file path=ppt/notesSlides/_rels/notesSlide43.xml.rels>&#65279;<?xml version="1.0" encoding="utf-8"?><Relationships xmlns="http://schemas.openxmlformats.org/package/2006/relationships"><Relationship Type="http://schemas.openxmlformats.org/officeDocument/2006/relationships/slide" Target="/ppt/slides/slide91.xml" Id="R5d74551b793e4530" /><Relationship Type="http://schemas.openxmlformats.org/officeDocument/2006/relationships/notesMaster" Target="/ppt/notesMasters/notesMaster1.xml" Id="R3ecbbc284f1242bd" /></Relationships>
</file>

<file path=ppt/notesSlides/_rels/notesSlide44.xml.rels>&#65279;<?xml version="1.0" encoding="utf-8"?><Relationships xmlns="http://schemas.openxmlformats.org/package/2006/relationships"><Relationship Type="http://schemas.openxmlformats.org/officeDocument/2006/relationships/slide" Target="/ppt/slides/slide95.xml" Id="Rd72b2b077c144c58" /><Relationship Type="http://schemas.openxmlformats.org/officeDocument/2006/relationships/notesMaster" Target="/ppt/notesMasters/notesMaster1.xml" Id="Rf8bc16e74af84aab" /></Relationships>
</file>

<file path=ppt/notesSlides/_rels/notesSlide45.xml.rels>&#65279;<?xml version="1.0" encoding="utf-8"?><Relationships xmlns="http://schemas.openxmlformats.org/package/2006/relationships"><Relationship Type="http://schemas.openxmlformats.org/officeDocument/2006/relationships/slide" Target="/ppt/slides/slide96.xml" Id="R2ac50e7ec31f4f97" /><Relationship Type="http://schemas.openxmlformats.org/officeDocument/2006/relationships/notesMaster" Target="/ppt/notesMasters/notesMaster1.xml" Id="R0725e8d80160459d" /></Relationships>
</file>

<file path=ppt/notesSlides/_rels/notesSlide46.xml.rels>&#65279;<?xml version="1.0" encoding="utf-8"?><Relationships xmlns="http://schemas.openxmlformats.org/package/2006/relationships"><Relationship Type="http://schemas.openxmlformats.org/officeDocument/2006/relationships/slide" Target="/ppt/slides/slide97.xml" Id="R8dd14d8b030a46fc" /><Relationship Type="http://schemas.openxmlformats.org/officeDocument/2006/relationships/notesMaster" Target="/ppt/notesMasters/notesMaster1.xml" Id="Rb982ea914d3f4976" /></Relationships>
</file>

<file path=ppt/notesSlides/_rels/notesSlide47.xml.rels>&#65279;<?xml version="1.0" encoding="utf-8"?><Relationships xmlns="http://schemas.openxmlformats.org/package/2006/relationships"><Relationship Type="http://schemas.openxmlformats.org/officeDocument/2006/relationships/slide" Target="/ppt/slides/slide101.xml" Id="R04b9acdfc8754eca" /><Relationship Type="http://schemas.openxmlformats.org/officeDocument/2006/relationships/notesMaster" Target="/ppt/notesMasters/notesMaster1.xml" Id="Rbb7e39fb1b89460d" /></Relationships>
</file>

<file path=ppt/notesSlides/_rels/notesSlide48.xml.rels>&#65279;<?xml version="1.0" encoding="utf-8"?><Relationships xmlns="http://schemas.openxmlformats.org/package/2006/relationships"><Relationship Type="http://schemas.openxmlformats.org/officeDocument/2006/relationships/slide" Target="/ppt/slides/slide102.xml" Id="R68a4ad2fb55e4313" /><Relationship Type="http://schemas.openxmlformats.org/officeDocument/2006/relationships/notesMaster" Target="/ppt/notesMasters/notesMaster1.xml" Id="R021b2e71c3cf4377" /></Relationships>
</file>

<file path=ppt/notesSlides/_rels/notesSlide49.xml.rels>&#65279;<?xml version="1.0" encoding="utf-8"?><Relationships xmlns="http://schemas.openxmlformats.org/package/2006/relationships"><Relationship Type="http://schemas.openxmlformats.org/officeDocument/2006/relationships/slide" Target="/ppt/slides/slide103.xml" Id="R0af2a22278824fc8" /><Relationship Type="http://schemas.openxmlformats.org/officeDocument/2006/relationships/notesMaster" Target="/ppt/notesMasters/notesMaster1.xml" Id="Rc54b84bee2374e18" /></Relationships>
</file>

<file path=ppt/notesSlides/_rels/notesSlide50.xml.rels>&#65279;<?xml version="1.0" encoding="utf-8"?><Relationships xmlns="http://schemas.openxmlformats.org/package/2006/relationships"><Relationship Type="http://schemas.openxmlformats.org/officeDocument/2006/relationships/slide" Target="/ppt/slides/slide104.xml" Id="Rca7a9ae3a4ec46f3" /><Relationship Type="http://schemas.openxmlformats.org/officeDocument/2006/relationships/notesMaster" Target="/ppt/notesMasters/notesMaster1.xml" Id="Rdb8d8abd71064eba"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2E4CE2-CEC8-754E-B21E-2BD547D16516}" type="slidenum">
              <a:rPr lang="en-US"/>
              <a:t>5</a:t>
            </a:fld>
            <a:endParaRPr lang="en-US"/>
          </a:p>
        </p:txBody>
      </p:sp>
    </p:spTree>
    <p:extLst>
      <p:ext uri="{BB962C8B-B14F-4D97-AF65-F5344CB8AC3E}">
        <p14:creationId xmlns:p14="http://schemas.microsoft.com/office/powerpoint/2010/main" val="2921205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2E4CE2-CEC8-754E-B21E-2BD547D16516}" type="slidenum">
              <a:rPr lang="en-US"/>
              <a:t>6</a:t>
            </a:fld>
            <a:endParaRPr lang="en-US"/>
          </a:p>
        </p:txBody>
      </p:sp>
    </p:spTree>
    <p:extLst>
      <p:ext uri="{BB962C8B-B14F-4D97-AF65-F5344CB8AC3E}">
        <p14:creationId xmlns:p14="http://schemas.microsoft.com/office/powerpoint/2010/main" val="2067948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F6CE8-95E8-F77A-8883-03C69B93D5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99D730-FF08-6F70-5B65-60F0919E4D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C687A5-FDBD-59F1-F8E5-322BA34C604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BEA84FE-1E82-5C81-C72A-CDA1D485A333}"/>
              </a:ext>
            </a:extLst>
          </p:cNvPr>
          <p:cNvSpPr>
            <a:spLocks noGrp="1"/>
          </p:cNvSpPr>
          <p:nvPr>
            <p:ph type="sldNum" sz="quarter" idx="5"/>
          </p:nvPr>
        </p:nvSpPr>
        <p:spPr/>
        <p:txBody>
          <a:bodyPr/>
          <a:lstStyle/>
          <a:p>
            <a:fld id="{FD2E4CE2-CEC8-754E-B21E-2BD547D16516}" type="slidenum">
              <a:rPr lang="en-US"/>
              <a:t>7</a:t>
            </a:fld>
            <a:endParaRPr lang="en-US"/>
          </a:p>
        </p:txBody>
      </p:sp>
    </p:spTree>
    <p:extLst>
      <p:ext uri="{BB962C8B-B14F-4D97-AF65-F5344CB8AC3E}">
        <p14:creationId xmlns:p14="http://schemas.microsoft.com/office/powerpoint/2010/main" val="226526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5454A-5916-A9B9-E485-78318A7C4B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6C061B-45A0-925C-6FA5-C85A5D7483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8F4346-342B-1B1E-60BB-1AB6A298411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D187271-E8F5-B6B3-90DB-0FDAA9978956}"/>
              </a:ext>
            </a:extLst>
          </p:cNvPr>
          <p:cNvSpPr>
            <a:spLocks noGrp="1"/>
          </p:cNvSpPr>
          <p:nvPr>
            <p:ph type="sldNum" sz="quarter" idx="5"/>
          </p:nvPr>
        </p:nvSpPr>
        <p:spPr/>
        <p:txBody>
          <a:bodyPr/>
          <a:lstStyle/>
          <a:p>
            <a:fld id="{FD2E4CE2-CEC8-754E-B21E-2BD547D16516}" type="slidenum">
              <a:rPr lang="en-US"/>
              <a:t>8</a:t>
            </a:fld>
            <a:endParaRPr lang="en-US"/>
          </a:p>
        </p:txBody>
      </p:sp>
    </p:spTree>
    <p:extLst>
      <p:ext uri="{BB962C8B-B14F-4D97-AF65-F5344CB8AC3E}">
        <p14:creationId xmlns:p14="http://schemas.microsoft.com/office/powerpoint/2010/main" val="1084942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87714-A2B4-A0E3-8D46-6E4BA33CB9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DCE7A4-E7AD-678E-0B7E-8CEA74CD64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7B6C82-C9A9-36B8-D051-7CAE280CE2D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0F63D74-5F2A-E1B3-D425-B74E5EC87A36}"/>
              </a:ext>
            </a:extLst>
          </p:cNvPr>
          <p:cNvSpPr>
            <a:spLocks noGrp="1"/>
          </p:cNvSpPr>
          <p:nvPr>
            <p:ph type="sldNum" sz="quarter" idx="5"/>
          </p:nvPr>
        </p:nvSpPr>
        <p:spPr/>
        <p:txBody>
          <a:bodyPr/>
          <a:lstStyle/>
          <a:p>
            <a:fld id="{FD2E4CE2-CEC8-754E-B21E-2BD547D16516}" type="slidenum">
              <a:rPr lang="en-US"/>
              <a:t>9</a:t>
            </a:fld>
            <a:endParaRPr lang="en-US"/>
          </a:p>
        </p:txBody>
      </p:sp>
    </p:spTree>
    <p:extLst>
      <p:ext uri="{BB962C8B-B14F-4D97-AF65-F5344CB8AC3E}">
        <p14:creationId xmlns:p14="http://schemas.microsoft.com/office/powerpoint/2010/main" val="2693408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5B277-C8ED-2668-2A79-F283718AA5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878B32-675C-2357-C753-C7942AAE8B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21473F-5AAC-76BB-8F66-64BA27AA141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1454084-0984-6D3D-6BC7-9A65FCB7FF70}"/>
              </a:ext>
            </a:extLst>
          </p:cNvPr>
          <p:cNvSpPr>
            <a:spLocks noGrp="1"/>
          </p:cNvSpPr>
          <p:nvPr>
            <p:ph type="sldNum" sz="quarter" idx="5"/>
          </p:nvPr>
        </p:nvSpPr>
        <p:spPr/>
        <p:txBody>
          <a:bodyPr/>
          <a:lstStyle/>
          <a:p>
            <a:fld id="{FD2E4CE2-CEC8-754E-B21E-2BD547D16516}" type="slidenum">
              <a:rPr lang="en-US"/>
              <a:t>3</a:t>
            </a:fld>
            <a:endParaRPr lang="en-US"/>
          </a:p>
        </p:txBody>
      </p:sp>
    </p:spTree>
    <p:extLst>
      <p:ext uri="{BB962C8B-B14F-4D97-AF65-F5344CB8AC3E}">
        <p14:creationId xmlns:p14="http://schemas.microsoft.com/office/powerpoint/2010/main" val="817379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4A4DF-810C-746F-6AC2-1E8421422B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2D0D4E-F17D-1C61-8EF4-426C686F94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49B962-D216-C41C-B282-59C98D7DAC2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3E85E30-00EF-C574-B9C8-45A46F534D2D}"/>
              </a:ext>
            </a:extLst>
          </p:cNvPr>
          <p:cNvSpPr>
            <a:spLocks noGrp="1"/>
          </p:cNvSpPr>
          <p:nvPr>
            <p:ph type="sldNum" sz="quarter" idx="5"/>
          </p:nvPr>
        </p:nvSpPr>
        <p:spPr/>
        <p:txBody>
          <a:bodyPr/>
          <a:lstStyle/>
          <a:p>
            <a:fld id="{FD2E4CE2-CEC8-754E-B21E-2BD547D16516}" type="slidenum">
              <a:rPr lang="en-US"/>
              <a:t>4</a:t>
            </a:fld>
            <a:endParaRPr lang="en-US"/>
          </a:p>
        </p:txBody>
      </p:sp>
    </p:spTree>
    <p:extLst>
      <p:ext uri="{BB962C8B-B14F-4D97-AF65-F5344CB8AC3E}">
        <p14:creationId xmlns:p14="http://schemas.microsoft.com/office/powerpoint/2010/main" val="131350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451FD-48CA-F676-0B5D-4914D64252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BB8D65-DF00-51B6-1D2F-9232BBA418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01D4ED-121E-8180-4922-B951D9FC174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0F72F0D-F029-8B15-4D57-50F1F149BEE0}"/>
              </a:ext>
            </a:extLst>
          </p:cNvPr>
          <p:cNvSpPr>
            <a:spLocks noGrp="1"/>
          </p:cNvSpPr>
          <p:nvPr>
            <p:ph type="sldNum" sz="quarter" idx="5"/>
          </p:nvPr>
        </p:nvSpPr>
        <p:spPr/>
        <p:txBody>
          <a:bodyPr/>
          <a:lstStyle/>
          <a:p>
            <a:fld id="{FD2E4CE2-CEC8-754E-B21E-2BD547D16516}" type="slidenum">
              <a:rPr lang="en-US"/>
              <a:t>5</a:t>
            </a:fld>
            <a:endParaRPr lang="en-US"/>
          </a:p>
        </p:txBody>
      </p:sp>
    </p:spTree>
    <p:extLst>
      <p:ext uri="{BB962C8B-B14F-4D97-AF65-F5344CB8AC3E}">
        <p14:creationId xmlns:p14="http://schemas.microsoft.com/office/powerpoint/2010/main" val="25004877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59B4A-A379-CA03-FBBC-AF663750EC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C4CEB7-C185-B22A-D9FD-A1DB14A12D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20C65F-B152-C2CE-1EF1-DBB559D1C9A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E648C1F-335D-9D48-BF1B-E6FB19C628FA}"/>
              </a:ext>
            </a:extLst>
          </p:cNvPr>
          <p:cNvSpPr>
            <a:spLocks noGrp="1"/>
          </p:cNvSpPr>
          <p:nvPr>
            <p:ph type="sldNum" sz="quarter" idx="5"/>
          </p:nvPr>
        </p:nvSpPr>
        <p:spPr/>
        <p:txBody>
          <a:bodyPr/>
          <a:lstStyle/>
          <a:p>
            <a:fld id="{FD2E4CE2-CEC8-754E-B21E-2BD547D16516}" type="slidenum">
              <a:rPr lang="en-US"/>
              <a:t>6</a:t>
            </a:fld>
            <a:endParaRPr lang="en-US"/>
          </a:p>
        </p:txBody>
      </p:sp>
    </p:spTree>
    <p:extLst>
      <p:ext uri="{BB962C8B-B14F-4D97-AF65-F5344CB8AC3E}">
        <p14:creationId xmlns:p14="http://schemas.microsoft.com/office/powerpoint/2010/main" val="396231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65DB9-44A9-793A-694D-FC37036858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3C853-B228-CF5A-EED0-E4A6C44584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FB83C7-AAF4-57D1-8C86-743D037DB74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7EC6C42-5095-91F6-CCA4-249D11745088}"/>
              </a:ext>
            </a:extLst>
          </p:cNvPr>
          <p:cNvSpPr>
            <a:spLocks noGrp="1"/>
          </p:cNvSpPr>
          <p:nvPr>
            <p:ph type="sldNum" sz="quarter" idx="5"/>
          </p:nvPr>
        </p:nvSpPr>
        <p:spPr/>
        <p:txBody>
          <a:bodyPr/>
          <a:lstStyle/>
          <a:p>
            <a:fld id="{FD2E4CE2-CEC8-754E-B21E-2BD547D16516}" type="slidenum">
              <a:rPr lang="en-US"/>
              <a:t>7</a:t>
            </a:fld>
            <a:endParaRPr lang="en-US"/>
          </a:p>
        </p:txBody>
      </p:sp>
    </p:spTree>
    <p:extLst>
      <p:ext uri="{BB962C8B-B14F-4D97-AF65-F5344CB8AC3E}">
        <p14:creationId xmlns:p14="http://schemas.microsoft.com/office/powerpoint/2010/main" val="13820907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A0E06-BD2B-0A11-56C3-5C99E6A40C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88FE60-43C3-95C8-E8B8-B9BDF6DE0E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98BDC-940F-C1EB-60B3-1457A82551E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AECFCD4-6A54-EC9E-14B3-7E5504BF052D}"/>
              </a:ext>
            </a:extLst>
          </p:cNvPr>
          <p:cNvSpPr>
            <a:spLocks noGrp="1"/>
          </p:cNvSpPr>
          <p:nvPr>
            <p:ph type="sldNum" sz="quarter" idx="5"/>
          </p:nvPr>
        </p:nvSpPr>
        <p:spPr/>
        <p:txBody>
          <a:bodyPr/>
          <a:lstStyle/>
          <a:p>
            <a:fld id="{FD2E4CE2-CEC8-754E-B21E-2BD547D16516}" type="slidenum">
              <a:rPr lang="en-US"/>
              <a:t>3</a:t>
            </a:fld>
            <a:endParaRPr lang="en-US"/>
          </a:p>
        </p:txBody>
      </p:sp>
    </p:spTree>
    <p:extLst>
      <p:ext uri="{BB962C8B-B14F-4D97-AF65-F5344CB8AC3E}">
        <p14:creationId xmlns:p14="http://schemas.microsoft.com/office/powerpoint/2010/main" val="565475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50193-9F10-FB2D-AF63-947C67DDB7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927104-3787-686D-EF41-5539CED10E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912A22-3AC5-D814-5090-AA71FEB3882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7290BA2-C97B-217E-22CD-2220427F9DD7}"/>
              </a:ext>
            </a:extLst>
          </p:cNvPr>
          <p:cNvSpPr>
            <a:spLocks noGrp="1"/>
          </p:cNvSpPr>
          <p:nvPr>
            <p:ph type="sldNum" sz="quarter" idx="5"/>
          </p:nvPr>
        </p:nvSpPr>
        <p:spPr/>
        <p:txBody>
          <a:bodyPr/>
          <a:lstStyle/>
          <a:p>
            <a:fld id="{FD2E4CE2-CEC8-754E-B21E-2BD547D16516}" type="slidenum">
              <a:rPr lang="en-US"/>
              <a:t>4</a:t>
            </a:fld>
            <a:endParaRPr lang="en-US"/>
          </a:p>
        </p:txBody>
      </p:sp>
    </p:spTree>
    <p:extLst>
      <p:ext uri="{BB962C8B-B14F-4D97-AF65-F5344CB8AC3E}">
        <p14:creationId xmlns:p14="http://schemas.microsoft.com/office/powerpoint/2010/main" val="1921413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03547-CD8A-8327-9836-2F6568B552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411BC3-75AE-46F1-75A3-0D3F55C4D6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385120-AF61-ED50-A2C0-D3E4F888AB8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6191BF0-E59D-702E-C326-96C2EA615271}"/>
              </a:ext>
            </a:extLst>
          </p:cNvPr>
          <p:cNvSpPr>
            <a:spLocks noGrp="1"/>
          </p:cNvSpPr>
          <p:nvPr>
            <p:ph type="sldNum" sz="quarter" idx="5"/>
          </p:nvPr>
        </p:nvSpPr>
        <p:spPr/>
        <p:txBody>
          <a:bodyPr/>
          <a:lstStyle/>
          <a:p>
            <a:fld id="{FD2E4CE2-CEC8-754E-B21E-2BD547D16516}" type="slidenum">
              <a:rPr lang="en-US"/>
              <a:t>5</a:t>
            </a:fld>
            <a:endParaRPr lang="en-US"/>
          </a:p>
        </p:txBody>
      </p:sp>
    </p:spTree>
    <p:extLst>
      <p:ext uri="{BB962C8B-B14F-4D97-AF65-F5344CB8AC3E}">
        <p14:creationId xmlns:p14="http://schemas.microsoft.com/office/powerpoint/2010/main" val="26228146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D8924-B084-0C32-2250-81CB927273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7AE883-9757-EF1C-1BC5-C723C8ABE6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47D516-33A7-4271-D28A-FCC508CEB50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D87C463-6926-3A5A-6955-1A604916B563}"/>
              </a:ext>
            </a:extLst>
          </p:cNvPr>
          <p:cNvSpPr>
            <a:spLocks noGrp="1"/>
          </p:cNvSpPr>
          <p:nvPr>
            <p:ph type="sldNum" sz="quarter" idx="5"/>
          </p:nvPr>
        </p:nvSpPr>
        <p:spPr/>
        <p:txBody>
          <a:bodyPr/>
          <a:lstStyle/>
          <a:p>
            <a:fld id="{FD2E4CE2-CEC8-754E-B21E-2BD547D16516}" type="slidenum">
              <a:rPr lang="en-US"/>
              <a:t>3</a:t>
            </a:fld>
            <a:endParaRPr lang="en-US"/>
          </a:p>
        </p:txBody>
      </p:sp>
    </p:spTree>
    <p:extLst>
      <p:ext uri="{BB962C8B-B14F-4D97-AF65-F5344CB8AC3E}">
        <p14:creationId xmlns:p14="http://schemas.microsoft.com/office/powerpoint/2010/main" val="8625139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93446-4C22-28CF-404B-E7F3897026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95B68D-5404-E2FE-7292-AA29F29DA1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8E25B3-EA1F-724C-1875-3F423114019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63A9F63-75B3-408B-D56E-A2285499164A}"/>
              </a:ext>
            </a:extLst>
          </p:cNvPr>
          <p:cNvSpPr>
            <a:spLocks noGrp="1"/>
          </p:cNvSpPr>
          <p:nvPr>
            <p:ph type="sldNum" sz="quarter" idx="5"/>
          </p:nvPr>
        </p:nvSpPr>
        <p:spPr/>
        <p:txBody>
          <a:bodyPr/>
          <a:lstStyle/>
          <a:p>
            <a:fld id="{FD2E4CE2-CEC8-754E-B21E-2BD547D16516}" type="slidenum">
              <a:rPr lang="en-US"/>
              <a:t>4</a:t>
            </a:fld>
            <a:endParaRPr lang="en-US"/>
          </a:p>
        </p:txBody>
      </p:sp>
    </p:spTree>
    <p:extLst>
      <p:ext uri="{BB962C8B-B14F-4D97-AF65-F5344CB8AC3E}">
        <p14:creationId xmlns:p14="http://schemas.microsoft.com/office/powerpoint/2010/main" val="8109359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FE034-ADB9-9C7D-D307-CD0C0C36B1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B0A6E-AB04-9544-E4C2-DC8FBEE712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58416C-2614-D06B-34CA-CD5409BBED7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39802AF-E60B-E112-D69B-3EFDC5D235A5}"/>
              </a:ext>
            </a:extLst>
          </p:cNvPr>
          <p:cNvSpPr>
            <a:spLocks noGrp="1"/>
          </p:cNvSpPr>
          <p:nvPr>
            <p:ph type="sldNum" sz="quarter" idx="5"/>
          </p:nvPr>
        </p:nvSpPr>
        <p:spPr/>
        <p:txBody>
          <a:bodyPr/>
          <a:lstStyle/>
          <a:p>
            <a:fld id="{FD2E4CE2-CEC8-754E-B21E-2BD547D16516}" type="slidenum">
              <a:rPr lang="en-US"/>
              <a:t>5</a:t>
            </a:fld>
            <a:endParaRPr lang="en-US"/>
          </a:p>
        </p:txBody>
      </p:sp>
    </p:spTree>
    <p:extLst>
      <p:ext uri="{BB962C8B-B14F-4D97-AF65-F5344CB8AC3E}">
        <p14:creationId xmlns:p14="http://schemas.microsoft.com/office/powerpoint/2010/main" val="22166708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07539-8F1B-6D50-93A4-942972D774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F51286-4026-D557-8B7C-1A02EC7CD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CF2309-7EF3-7B2A-6AA0-050565F358F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2AB3823-0712-605A-4A51-F8D7001062B1}"/>
              </a:ext>
            </a:extLst>
          </p:cNvPr>
          <p:cNvSpPr>
            <a:spLocks noGrp="1"/>
          </p:cNvSpPr>
          <p:nvPr>
            <p:ph type="sldNum" sz="quarter" idx="5"/>
          </p:nvPr>
        </p:nvSpPr>
        <p:spPr/>
        <p:txBody>
          <a:bodyPr/>
          <a:lstStyle/>
          <a:p>
            <a:fld id="{FD2E4CE2-CEC8-754E-B21E-2BD547D16516}" type="slidenum">
              <a:rPr lang="en-US"/>
              <a:t>6</a:t>
            </a:fld>
            <a:endParaRPr lang="en-US"/>
          </a:p>
        </p:txBody>
      </p:sp>
    </p:spTree>
    <p:extLst>
      <p:ext uri="{BB962C8B-B14F-4D97-AF65-F5344CB8AC3E}">
        <p14:creationId xmlns:p14="http://schemas.microsoft.com/office/powerpoint/2010/main" val="11377449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0C8F4-38DE-3B16-81BB-323726A25E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5B415D-8416-DD02-54EE-1915808241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88AFE-B964-F180-F5C9-E0CB97B23D6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F422660-6149-6FAA-0701-8C12F52455DF}"/>
              </a:ext>
            </a:extLst>
          </p:cNvPr>
          <p:cNvSpPr>
            <a:spLocks noGrp="1"/>
          </p:cNvSpPr>
          <p:nvPr>
            <p:ph type="sldNum" sz="quarter" idx="5"/>
          </p:nvPr>
        </p:nvSpPr>
        <p:spPr/>
        <p:txBody>
          <a:bodyPr/>
          <a:lstStyle/>
          <a:p>
            <a:fld id="{FD2E4CE2-CEC8-754E-B21E-2BD547D16516}" type="slidenum">
              <a:rPr lang="en-US"/>
              <a:t>7</a:t>
            </a:fld>
            <a:endParaRPr lang="en-US"/>
          </a:p>
        </p:txBody>
      </p:sp>
    </p:spTree>
    <p:extLst>
      <p:ext uri="{BB962C8B-B14F-4D97-AF65-F5344CB8AC3E}">
        <p14:creationId xmlns:p14="http://schemas.microsoft.com/office/powerpoint/2010/main" val="41647103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F901A-A1C2-4D82-8235-B07EA639EA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E37213-C29A-A2CC-8C6D-79846F7340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1309FC-DF49-F8F9-E8AF-47AD5491F8F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DB30835-AC68-5467-3747-4576FB1AFE63}"/>
              </a:ext>
            </a:extLst>
          </p:cNvPr>
          <p:cNvSpPr>
            <a:spLocks noGrp="1"/>
          </p:cNvSpPr>
          <p:nvPr>
            <p:ph type="sldNum" sz="quarter" idx="5"/>
          </p:nvPr>
        </p:nvSpPr>
        <p:spPr/>
        <p:txBody>
          <a:bodyPr/>
          <a:lstStyle/>
          <a:p>
            <a:fld id="{FD2E4CE2-CEC8-754E-B21E-2BD547D16516}" type="slidenum">
              <a:rPr lang="en-US"/>
              <a:t>8</a:t>
            </a:fld>
            <a:endParaRPr lang="en-US"/>
          </a:p>
        </p:txBody>
      </p:sp>
    </p:spTree>
    <p:extLst>
      <p:ext uri="{BB962C8B-B14F-4D97-AF65-F5344CB8AC3E}">
        <p14:creationId xmlns:p14="http://schemas.microsoft.com/office/powerpoint/2010/main" val="1093269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52786-6BBC-CEE2-9DAF-D76C76A294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B7FA63-D8AE-5322-610F-8DB70230FD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160867-BD14-D8F6-94C5-AEC2601F43C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7EB08F-6FA3-079B-F5C1-9271E3FBCE76}"/>
              </a:ext>
            </a:extLst>
          </p:cNvPr>
          <p:cNvSpPr>
            <a:spLocks noGrp="1"/>
          </p:cNvSpPr>
          <p:nvPr>
            <p:ph type="sldNum" sz="quarter" idx="5"/>
          </p:nvPr>
        </p:nvSpPr>
        <p:spPr/>
        <p:txBody>
          <a:bodyPr/>
          <a:lstStyle/>
          <a:p>
            <a:fld id="{FD2E4CE2-CEC8-754E-B21E-2BD547D16516}" type="slidenum">
              <a:rPr lang="en-US"/>
              <a:t>9</a:t>
            </a:fld>
            <a:endParaRPr lang="en-US"/>
          </a:p>
        </p:txBody>
      </p:sp>
    </p:spTree>
    <p:extLst>
      <p:ext uri="{BB962C8B-B14F-4D97-AF65-F5344CB8AC3E}">
        <p14:creationId xmlns:p14="http://schemas.microsoft.com/office/powerpoint/2010/main" val="29446153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5D29C-BBBE-3435-C1C7-D4E2A7E8B4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3088FF-242E-60A0-FB3B-A6D9588B4D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9B691E-DCFA-61F2-B03D-1736A3FFDE5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91BFA28-59D9-8FBA-516A-AB5CAD02ECA5}"/>
              </a:ext>
            </a:extLst>
          </p:cNvPr>
          <p:cNvSpPr>
            <a:spLocks noGrp="1"/>
          </p:cNvSpPr>
          <p:nvPr>
            <p:ph type="sldNum" sz="quarter" idx="5"/>
          </p:nvPr>
        </p:nvSpPr>
        <p:spPr/>
        <p:txBody>
          <a:bodyPr/>
          <a:lstStyle/>
          <a:p>
            <a:fld id="{FD2E4CE2-CEC8-754E-B21E-2BD547D16516}" type="slidenum">
              <a:rPr lang="en-US"/>
              <a:t>10</a:t>
            </a:fld>
            <a:endParaRPr lang="en-US"/>
          </a:p>
        </p:txBody>
      </p:sp>
    </p:spTree>
    <p:extLst>
      <p:ext uri="{BB962C8B-B14F-4D97-AF65-F5344CB8AC3E}">
        <p14:creationId xmlns:p14="http://schemas.microsoft.com/office/powerpoint/2010/main" val="2144059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D91A5-9808-4FF1-C84C-D45494DCBA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0573CD-0CA9-5F6A-C852-18FE275A40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E83EDF-4D7D-8507-7216-D1627D0863E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2243FC7-E5BC-3AAA-7341-D22BCFCD56AE}"/>
              </a:ext>
            </a:extLst>
          </p:cNvPr>
          <p:cNvSpPr>
            <a:spLocks noGrp="1"/>
          </p:cNvSpPr>
          <p:nvPr>
            <p:ph type="sldNum" sz="quarter" idx="5"/>
          </p:nvPr>
        </p:nvSpPr>
        <p:spPr/>
        <p:txBody>
          <a:bodyPr/>
          <a:lstStyle/>
          <a:p>
            <a:fld id="{FD2E4CE2-CEC8-754E-B21E-2BD547D16516}" type="slidenum">
              <a:rPr lang="en-US"/>
              <a:t>3</a:t>
            </a:fld>
            <a:endParaRPr lang="en-US"/>
          </a:p>
        </p:txBody>
      </p:sp>
    </p:spTree>
    <p:extLst>
      <p:ext uri="{BB962C8B-B14F-4D97-AF65-F5344CB8AC3E}">
        <p14:creationId xmlns:p14="http://schemas.microsoft.com/office/powerpoint/2010/main" val="42022771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07AA2-3085-E607-62E1-7DC46FB6FE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DB1C03-4600-AA2C-C30F-A4BC60F5FB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0DED97-8723-2381-E484-40D47CAE8C0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362778D-36FD-17CD-F46F-992826B19007}"/>
              </a:ext>
            </a:extLst>
          </p:cNvPr>
          <p:cNvSpPr>
            <a:spLocks noGrp="1"/>
          </p:cNvSpPr>
          <p:nvPr>
            <p:ph type="sldNum" sz="quarter" idx="5"/>
          </p:nvPr>
        </p:nvSpPr>
        <p:spPr/>
        <p:txBody>
          <a:bodyPr/>
          <a:lstStyle/>
          <a:p>
            <a:fld id="{FD2E4CE2-CEC8-754E-B21E-2BD547D16516}" type="slidenum">
              <a:rPr lang="en-US"/>
              <a:t>4</a:t>
            </a:fld>
            <a:endParaRPr lang="en-US"/>
          </a:p>
        </p:txBody>
      </p:sp>
    </p:spTree>
    <p:extLst>
      <p:ext uri="{BB962C8B-B14F-4D97-AF65-F5344CB8AC3E}">
        <p14:creationId xmlns:p14="http://schemas.microsoft.com/office/powerpoint/2010/main" val="6030765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FD8AE-D1D2-E3B8-1BEA-F3B8150600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4FA348-48BB-2647-1FCA-8B0FBD6EEB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1236E0-2171-35B2-0007-871FF50CA84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2266C29-E36E-3422-028E-332730FA3235}"/>
              </a:ext>
            </a:extLst>
          </p:cNvPr>
          <p:cNvSpPr>
            <a:spLocks noGrp="1"/>
          </p:cNvSpPr>
          <p:nvPr>
            <p:ph type="sldNum" sz="quarter" idx="5"/>
          </p:nvPr>
        </p:nvSpPr>
        <p:spPr/>
        <p:txBody>
          <a:bodyPr/>
          <a:lstStyle/>
          <a:p>
            <a:fld id="{FD2E4CE2-CEC8-754E-B21E-2BD547D16516}" type="slidenum">
              <a:rPr lang="en-US"/>
              <a:t>5</a:t>
            </a:fld>
            <a:endParaRPr lang="en-US"/>
          </a:p>
        </p:txBody>
      </p:sp>
    </p:spTree>
    <p:extLst>
      <p:ext uri="{BB962C8B-B14F-4D97-AF65-F5344CB8AC3E}">
        <p14:creationId xmlns:p14="http://schemas.microsoft.com/office/powerpoint/2010/main" val="29961620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E6FEA-4CA5-9D64-6959-F3BBB0849A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E93B00-BE4B-2013-F931-DE352628C7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EF3F2-FFE7-0F6D-B418-B4F4100083B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15AF544-1E46-EDAA-D795-A103FF4932F6}"/>
              </a:ext>
            </a:extLst>
          </p:cNvPr>
          <p:cNvSpPr>
            <a:spLocks noGrp="1"/>
          </p:cNvSpPr>
          <p:nvPr>
            <p:ph type="sldNum" sz="quarter" idx="5"/>
          </p:nvPr>
        </p:nvSpPr>
        <p:spPr/>
        <p:txBody>
          <a:bodyPr/>
          <a:lstStyle/>
          <a:p>
            <a:fld id="{FD2E4CE2-CEC8-754E-B21E-2BD547D16516}" type="slidenum">
              <a:rPr lang="en-US"/>
              <a:t>6</a:t>
            </a:fld>
            <a:endParaRPr lang="en-US"/>
          </a:p>
        </p:txBody>
      </p:sp>
    </p:spTree>
    <p:extLst>
      <p:ext uri="{BB962C8B-B14F-4D97-AF65-F5344CB8AC3E}">
        <p14:creationId xmlns:p14="http://schemas.microsoft.com/office/powerpoint/2010/main" val="30647911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31AC1-C0F4-8E56-BEDF-0B905FC521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235A56-863F-93B9-2C2C-AC2F45A7DE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A10935-454F-E0D8-41B1-6504E1AFF12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8D26C32-9936-91B6-A304-2FF57DDCDC50}"/>
              </a:ext>
            </a:extLst>
          </p:cNvPr>
          <p:cNvSpPr>
            <a:spLocks noGrp="1"/>
          </p:cNvSpPr>
          <p:nvPr>
            <p:ph type="sldNum" sz="quarter" idx="5"/>
          </p:nvPr>
        </p:nvSpPr>
        <p:spPr/>
        <p:txBody>
          <a:bodyPr/>
          <a:lstStyle/>
          <a:p>
            <a:fld id="{FD2E4CE2-CEC8-754E-B21E-2BD547D16516}" type="slidenum">
              <a:rPr lang="en-US"/>
              <a:t>7</a:t>
            </a:fld>
            <a:endParaRPr lang="en-US"/>
          </a:p>
        </p:txBody>
      </p:sp>
    </p:spTree>
    <p:extLst>
      <p:ext uri="{BB962C8B-B14F-4D97-AF65-F5344CB8AC3E}">
        <p14:creationId xmlns:p14="http://schemas.microsoft.com/office/powerpoint/2010/main" val="6708243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D09F6-9DBE-68D3-896F-3F44F614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17531D-4555-B978-7AEC-E165CEF8E1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A4AA46-A8AC-98F5-F772-8CFC21970ED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7192562-F298-2C1D-19EB-7F07B7EA06DD}"/>
              </a:ext>
            </a:extLst>
          </p:cNvPr>
          <p:cNvSpPr>
            <a:spLocks noGrp="1"/>
          </p:cNvSpPr>
          <p:nvPr>
            <p:ph type="sldNum" sz="quarter" idx="5"/>
          </p:nvPr>
        </p:nvSpPr>
        <p:spPr/>
        <p:txBody>
          <a:bodyPr/>
          <a:lstStyle/>
          <a:p>
            <a:fld id="{FD2E4CE2-CEC8-754E-B21E-2BD547D16516}" type="slidenum">
              <a:rPr lang="en-US"/>
              <a:t>8</a:t>
            </a:fld>
            <a:endParaRPr lang="en-US"/>
          </a:p>
        </p:txBody>
      </p:sp>
    </p:spTree>
    <p:extLst>
      <p:ext uri="{BB962C8B-B14F-4D97-AF65-F5344CB8AC3E}">
        <p14:creationId xmlns:p14="http://schemas.microsoft.com/office/powerpoint/2010/main" val="36133194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00B89-08C4-4E8D-D6AD-107AECDA83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6E1EB-438A-E8BD-A8D6-E7610BC14B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9F6EA4-72AB-9CBA-7A43-2E0C6E596BC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9D78F46-DFF4-FC7D-A2F1-C103FE6B5496}"/>
              </a:ext>
            </a:extLst>
          </p:cNvPr>
          <p:cNvSpPr>
            <a:spLocks noGrp="1"/>
          </p:cNvSpPr>
          <p:nvPr>
            <p:ph type="sldNum" sz="quarter" idx="5"/>
          </p:nvPr>
        </p:nvSpPr>
        <p:spPr/>
        <p:txBody>
          <a:bodyPr/>
          <a:lstStyle/>
          <a:p>
            <a:fld id="{FD2E4CE2-CEC8-754E-B21E-2BD547D16516}" type="slidenum">
              <a:rPr lang="en-US"/>
              <a:t>9</a:t>
            </a:fld>
            <a:endParaRPr lang="en-US"/>
          </a:p>
        </p:txBody>
      </p:sp>
    </p:spTree>
    <p:extLst>
      <p:ext uri="{BB962C8B-B14F-4D97-AF65-F5344CB8AC3E}">
        <p14:creationId xmlns:p14="http://schemas.microsoft.com/office/powerpoint/2010/main" val="12217822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C3189-526E-7DF3-FDE9-C4D49F98B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4494F1-1424-E942-28FA-0677BB144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C1A50E-24DC-305E-670F-28738940463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373E629-DECD-D6CF-7737-5296D71EA87C}"/>
              </a:ext>
            </a:extLst>
          </p:cNvPr>
          <p:cNvSpPr>
            <a:spLocks noGrp="1"/>
          </p:cNvSpPr>
          <p:nvPr>
            <p:ph type="sldNum" sz="quarter" idx="5"/>
          </p:nvPr>
        </p:nvSpPr>
        <p:spPr/>
        <p:txBody>
          <a:bodyPr/>
          <a:lstStyle/>
          <a:p>
            <a:fld id="{FD2E4CE2-CEC8-754E-B21E-2BD547D16516}" type="slidenum">
              <a:rPr lang="en-US"/>
              <a:t>10</a:t>
            </a:fld>
            <a:endParaRPr lang="en-US"/>
          </a:p>
        </p:txBody>
      </p:sp>
    </p:spTree>
    <p:extLst>
      <p:ext uri="{BB962C8B-B14F-4D97-AF65-F5344CB8AC3E}">
        <p14:creationId xmlns:p14="http://schemas.microsoft.com/office/powerpoint/2010/main" val="7397296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0413E-A181-011E-144B-C3D07809B0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1505AE-7452-4177-D7B8-EAE7F2D8F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FE5BC7-196D-83AB-2B37-89ADFE5E7AA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FF87C55-3AA7-E609-0C78-1CB8FD7BAE24}"/>
              </a:ext>
            </a:extLst>
          </p:cNvPr>
          <p:cNvSpPr>
            <a:spLocks noGrp="1"/>
          </p:cNvSpPr>
          <p:nvPr>
            <p:ph type="sldNum" sz="quarter" idx="5"/>
          </p:nvPr>
        </p:nvSpPr>
        <p:spPr/>
        <p:txBody>
          <a:bodyPr/>
          <a:lstStyle/>
          <a:p>
            <a:fld id="{FD2E4CE2-CEC8-754E-B21E-2BD547D16516}" type="slidenum">
              <a:rPr lang="en-US"/>
              <a:t>3</a:t>
            </a:fld>
            <a:endParaRPr lang="en-US"/>
          </a:p>
        </p:txBody>
      </p:sp>
    </p:spTree>
    <p:extLst>
      <p:ext uri="{BB962C8B-B14F-4D97-AF65-F5344CB8AC3E}">
        <p14:creationId xmlns:p14="http://schemas.microsoft.com/office/powerpoint/2010/main" val="4693195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3F4EB-F27F-55A2-9FBD-7788A085A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0EADC5-57A7-596E-09FC-60DC8AE2A2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598F0B-1892-D170-A8A1-AED06CC1432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5C0444E-2939-95A1-E8D3-24742BE2ADDB}"/>
              </a:ext>
            </a:extLst>
          </p:cNvPr>
          <p:cNvSpPr>
            <a:spLocks noGrp="1"/>
          </p:cNvSpPr>
          <p:nvPr>
            <p:ph type="sldNum" sz="quarter" idx="5"/>
          </p:nvPr>
        </p:nvSpPr>
        <p:spPr/>
        <p:txBody>
          <a:bodyPr/>
          <a:lstStyle/>
          <a:p>
            <a:fld id="{FD2E4CE2-CEC8-754E-B21E-2BD547D16516}" type="slidenum">
              <a:rPr lang="en-US"/>
              <a:t>5</a:t>
            </a:fld>
            <a:endParaRPr lang="en-US"/>
          </a:p>
        </p:txBody>
      </p:sp>
    </p:spTree>
    <p:extLst>
      <p:ext uri="{BB962C8B-B14F-4D97-AF65-F5344CB8AC3E}">
        <p14:creationId xmlns:p14="http://schemas.microsoft.com/office/powerpoint/2010/main" val="9045912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9162F-8F5E-AB72-5E69-2B87AE1B7F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C0EFD0-CECD-4617-DE11-E9AB19CDA6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2E8B87-F7FF-391E-5809-A2B78D69F35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4181296-D29B-57F6-9F30-504CBC96132E}"/>
              </a:ext>
            </a:extLst>
          </p:cNvPr>
          <p:cNvSpPr>
            <a:spLocks noGrp="1"/>
          </p:cNvSpPr>
          <p:nvPr>
            <p:ph type="sldNum" sz="quarter" idx="5"/>
          </p:nvPr>
        </p:nvSpPr>
        <p:spPr/>
        <p:txBody>
          <a:bodyPr/>
          <a:lstStyle/>
          <a:p>
            <a:fld id="{FD2E4CE2-CEC8-754E-B21E-2BD547D16516}" type="slidenum">
              <a:rPr lang="en-US"/>
              <a:t>6</a:t>
            </a:fld>
            <a:endParaRPr lang="en-US"/>
          </a:p>
        </p:txBody>
      </p:sp>
    </p:spTree>
    <p:extLst>
      <p:ext uri="{BB962C8B-B14F-4D97-AF65-F5344CB8AC3E}">
        <p14:creationId xmlns:p14="http://schemas.microsoft.com/office/powerpoint/2010/main" val="24830599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C0A9C-F733-5F8B-B14F-97CA476B78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0AE904-E8B4-3178-08E7-2CB9A34F2C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20417F-16D8-7C09-D270-57D9881B9CC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F6F6E50-EF57-EA0E-F4DA-4061904B0A43}"/>
              </a:ext>
            </a:extLst>
          </p:cNvPr>
          <p:cNvSpPr>
            <a:spLocks noGrp="1"/>
          </p:cNvSpPr>
          <p:nvPr>
            <p:ph type="sldNum" sz="quarter" idx="5"/>
          </p:nvPr>
        </p:nvSpPr>
        <p:spPr/>
        <p:txBody>
          <a:bodyPr/>
          <a:lstStyle/>
          <a:p>
            <a:fld id="{FD2E4CE2-CEC8-754E-B21E-2BD547D16516}" type="slidenum">
              <a:rPr lang="en-US"/>
              <a:t>7</a:t>
            </a:fld>
            <a:endParaRPr lang="en-US"/>
          </a:p>
        </p:txBody>
      </p:sp>
    </p:spTree>
    <p:extLst>
      <p:ext uri="{BB962C8B-B14F-4D97-AF65-F5344CB8AC3E}">
        <p14:creationId xmlns:p14="http://schemas.microsoft.com/office/powerpoint/2010/main" val="24985980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F580E-F654-7069-C06E-EFACB9FD11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839645-9EA2-C216-D12F-871D315202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6E338-E13D-0D9B-C3A6-62D29B6109D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8B10645-2266-4D04-546B-EDCAB526C146}"/>
              </a:ext>
            </a:extLst>
          </p:cNvPr>
          <p:cNvSpPr>
            <a:spLocks noGrp="1"/>
          </p:cNvSpPr>
          <p:nvPr>
            <p:ph type="sldNum" sz="quarter" idx="5"/>
          </p:nvPr>
        </p:nvSpPr>
        <p:spPr/>
        <p:txBody>
          <a:bodyPr/>
          <a:lstStyle/>
          <a:p>
            <a:fld id="{FD2E4CE2-CEC8-754E-B21E-2BD547D16516}" type="slidenum">
              <a:rPr lang="en-US"/>
              <a:t>8</a:t>
            </a:fld>
            <a:endParaRPr lang="en-US"/>
          </a:p>
        </p:txBody>
      </p:sp>
    </p:spTree>
    <p:extLst>
      <p:ext uri="{BB962C8B-B14F-4D97-AF65-F5344CB8AC3E}">
        <p14:creationId xmlns:p14="http://schemas.microsoft.com/office/powerpoint/2010/main" val="23982769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01389-B982-75CD-B246-ADE416A075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704B7F-A05E-C970-1A33-7A23F6CDDB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408846-1A62-76A6-6FE4-4C3064DECC0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138C170-12A1-CF97-10F9-9200555872D3}"/>
              </a:ext>
            </a:extLst>
          </p:cNvPr>
          <p:cNvSpPr>
            <a:spLocks noGrp="1"/>
          </p:cNvSpPr>
          <p:nvPr>
            <p:ph type="sldNum" sz="quarter" idx="5"/>
          </p:nvPr>
        </p:nvSpPr>
        <p:spPr/>
        <p:txBody>
          <a:bodyPr/>
          <a:lstStyle/>
          <a:p>
            <a:fld id="{FD2E4CE2-CEC8-754E-B21E-2BD547D16516}" type="slidenum">
              <a:rPr lang="en-US"/>
              <a:t>9</a:t>
            </a:fld>
            <a:endParaRPr lang="en-US"/>
          </a:p>
        </p:txBody>
      </p:sp>
    </p:spTree>
    <p:extLst>
      <p:ext uri="{BB962C8B-B14F-4D97-AF65-F5344CB8AC3E}">
        <p14:creationId xmlns:p14="http://schemas.microsoft.com/office/powerpoint/2010/main" val="34159527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1E848-1128-9999-50A7-FD2EB26A1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B91241-D196-A4D2-1EF7-E45A3B621C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0DD841-3DA5-3D7A-17D0-C57367853B0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603B1FD-219C-C46E-DA09-1BEEDBDA8B85}"/>
              </a:ext>
            </a:extLst>
          </p:cNvPr>
          <p:cNvSpPr>
            <a:spLocks noGrp="1"/>
          </p:cNvSpPr>
          <p:nvPr>
            <p:ph type="sldNum" sz="quarter" idx="5"/>
          </p:nvPr>
        </p:nvSpPr>
        <p:spPr/>
        <p:txBody>
          <a:bodyPr/>
          <a:lstStyle/>
          <a:p>
            <a:fld id="{FD2E4CE2-CEC8-754E-B21E-2BD547D16516}" type="slidenum">
              <a:rPr lang="en-US"/>
              <a:t>10</a:t>
            </a:fld>
            <a:endParaRPr lang="en-US"/>
          </a:p>
        </p:txBody>
      </p:sp>
    </p:spTree>
    <p:extLst>
      <p:ext uri="{BB962C8B-B14F-4D97-AF65-F5344CB8AC3E}">
        <p14:creationId xmlns:p14="http://schemas.microsoft.com/office/powerpoint/2010/main" val="11128835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FE3B5-FF81-9B65-F627-0B9C31BC84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78588-F65A-9B72-8D7B-2B129483BE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3854D7-BC17-CEAF-F1C4-A14FAB8430B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3EBCCA0-1FA4-6FE3-6AD8-C45B61CEA0DF}"/>
              </a:ext>
            </a:extLst>
          </p:cNvPr>
          <p:cNvSpPr>
            <a:spLocks noGrp="1"/>
          </p:cNvSpPr>
          <p:nvPr>
            <p:ph type="sldNum" sz="quarter" idx="5"/>
          </p:nvPr>
        </p:nvSpPr>
        <p:spPr/>
        <p:txBody>
          <a:bodyPr/>
          <a:lstStyle/>
          <a:p>
            <a:fld id="{FD2E4CE2-CEC8-754E-B21E-2BD547D16516}" type="slidenum">
              <a:rPr lang="en-US"/>
              <a:t>11</a:t>
            </a:fld>
            <a:endParaRPr lang="en-US"/>
          </a:p>
        </p:txBody>
      </p:sp>
    </p:spTree>
    <p:extLst>
      <p:ext uri="{BB962C8B-B14F-4D97-AF65-F5344CB8AC3E}">
        <p14:creationId xmlns:p14="http://schemas.microsoft.com/office/powerpoint/2010/main" val="9455905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B4D41-941C-585A-0C5D-10E66D2D35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C4AAEB-4DD2-8CD6-1DBE-441B0FE79E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B4E30A-400B-85AF-4742-D3EEA6B67C2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990485C-9AFC-BDE1-CA88-D513E13F2F69}"/>
              </a:ext>
            </a:extLst>
          </p:cNvPr>
          <p:cNvSpPr>
            <a:spLocks noGrp="1"/>
          </p:cNvSpPr>
          <p:nvPr>
            <p:ph type="sldNum" sz="quarter" idx="5"/>
          </p:nvPr>
        </p:nvSpPr>
        <p:spPr/>
        <p:txBody>
          <a:bodyPr/>
          <a:lstStyle/>
          <a:p>
            <a:fld id="{FD2E4CE2-CEC8-754E-B21E-2BD547D16516}" type="slidenum">
              <a:rPr lang="en-US"/>
              <a:t>12</a:t>
            </a:fld>
            <a:endParaRPr lang="en-US"/>
          </a:p>
        </p:txBody>
      </p:sp>
    </p:spTree>
    <p:extLst>
      <p:ext uri="{BB962C8B-B14F-4D97-AF65-F5344CB8AC3E}">
        <p14:creationId xmlns:p14="http://schemas.microsoft.com/office/powerpoint/2010/main" val="36773941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8AA4C-F871-36EE-4A42-8B97B27AD3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6C40B2-7C0B-9B83-57E7-3DF0F35533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4B4DE1-B089-43B8-4885-80B42D9228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2B183BC-44EA-D860-8903-45B2198D1577}"/>
              </a:ext>
            </a:extLst>
          </p:cNvPr>
          <p:cNvSpPr>
            <a:spLocks noGrp="1"/>
          </p:cNvSpPr>
          <p:nvPr>
            <p:ph type="sldNum" sz="quarter" idx="5"/>
          </p:nvPr>
        </p:nvSpPr>
        <p:spPr/>
        <p:txBody>
          <a:bodyPr/>
          <a:lstStyle/>
          <a:p>
            <a:fld id="{FD2E4CE2-CEC8-754E-B21E-2BD547D16516}" type="slidenum">
              <a:rPr lang="en-US"/>
              <a:t>13</a:t>
            </a:fld>
            <a:endParaRPr lang="en-US"/>
          </a:p>
        </p:txBody>
      </p:sp>
    </p:spTree>
    <p:extLst>
      <p:ext uri="{BB962C8B-B14F-4D97-AF65-F5344CB8AC3E}">
        <p14:creationId xmlns:p14="http://schemas.microsoft.com/office/powerpoint/2010/main" val="28031182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D7A12-431C-9D43-7EBE-2276631372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919D6B-688F-A648-066E-16B54E897C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7124AE-0358-3B40-A645-4A724D96CF5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3760260-6BC8-0E52-F75C-68A3904247B7}"/>
              </a:ext>
            </a:extLst>
          </p:cNvPr>
          <p:cNvSpPr>
            <a:spLocks noGrp="1"/>
          </p:cNvSpPr>
          <p:nvPr>
            <p:ph type="sldNum" sz="quarter" idx="5"/>
          </p:nvPr>
        </p:nvSpPr>
        <p:spPr/>
        <p:txBody>
          <a:bodyPr/>
          <a:lstStyle/>
          <a:p>
            <a:fld id="{FD2E4CE2-CEC8-754E-B21E-2BD547D16516}" type="slidenum">
              <a:rPr lang="en-US"/>
              <a:t>14</a:t>
            </a:fld>
            <a:endParaRPr lang="en-US"/>
          </a:p>
        </p:txBody>
      </p:sp>
    </p:spTree>
    <p:extLst>
      <p:ext uri="{BB962C8B-B14F-4D97-AF65-F5344CB8AC3E}">
        <p14:creationId xmlns:p14="http://schemas.microsoft.com/office/powerpoint/2010/main" val="40498720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656BD-8568-861D-9FD2-3879646656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EE0887-582C-08F4-28A0-67FBC0F9B2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C54053-9A21-D26A-E8C0-C3E2D5698C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B0C1E2B-6663-320E-26C5-0341BF16C3BF}"/>
              </a:ext>
            </a:extLst>
          </p:cNvPr>
          <p:cNvSpPr>
            <a:spLocks noGrp="1"/>
          </p:cNvSpPr>
          <p:nvPr>
            <p:ph type="sldNum" sz="quarter" idx="5"/>
          </p:nvPr>
        </p:nvSpPr>
        <p:spPr/>
        <p:txBody>
          <a:bodyPr/>
          <a:lstStyle/>
          <a:p>
            <a:fld id="{FD2E4CE2-CEC8-754E-B21E-2BD547D16516}" type="slidenum">
              <a:rPr lang="en-US"/>
              <a:t>15</a:t>
            </a:fld>
            <a:endParaRPr lang="en-US"/>
          </a:p>
        </p:txBody>
      </p:sp>
    </p:spTree>
    <p:extLst>
      <p:ext uri="{BB962C8B-B14F-4D97-AF65-F5344CB8AC3E}">
        <p14:creationId xmlns:p14="http://schemas.microsoft.com/office/powerpoint/2010/main" val="39917822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504A3-086D-8560-0A19-A767AEA500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FCB0D8-5A5A-F2FF-FF8D-0FB1DEEF40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373D14-9E05-CC0F-A594-95CBEF53995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E73FDFF-9B13-04FB-B56C-A60F9C0C95E0}"/>
              </a:ext>
            </a:extLst>
          </p:cNvPr>
          <p:cNvSpPr>
            <a:spLocks noGrp="1"/>
          </p:cNvSpPr>
          <p:nvPr>
            <p:ph type="sldNum" sz="quarter" idx="5"/>
          </p:nvPr>
        </p:nvSpPr>
        <p:spPr/>
        <p:txBody>
          <a:bodyPr/>
          <a:lstStyle/>
          <a:p>
            <a:fld id="{FD2E4CE2-CEC8-754E-B21E-2BD547D16516}" type="slidenum">
              <a:rPr lang="en-US"/>
              <a:t>16</a:t>
            </a:fld>
            <a:endParaRPr lang="en-US"/>
          </a:p>
        </p:txBody>
      </p:sp>
    </p:spTree>
    <p:extLst>
      <p:ext uri="{BB962C8B-B14F-4D97-AF65-F5344CB8AC3E}">
        <p14:creationId xmlns:p14="http://schemas.microsoft.com/office/powerpoint/2010/main" val="168800225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24FF9-960B-BAF6-B332-C34EB72001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DC5E8A-5E65-B3B3-32F0-3487D8D1D8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2310EA-3F66-6AFA-046F-DD02D0B4EF1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D2D3CFD-7953-9B9E-8607-477DB7346CE6}"/>
              </a:ext>
            </a:extLst>
          </p:cNvPr>
          <p:cNvSpPr>
            <a:spLocks noGrp="1"/>
          </p:cNvSpPr>
          <p:nvPr>
            <p:ph type="sldNum" sz="quarter" idx="5"/>
          </p:nvPr>
        </p:nvSpPr>
        <p:spPr/>
        <p:txBody>
          <a:bodyPr/>
          <a:lstStyle/>
          <a:p>
            <a:fld id="{FD2E4CE2-CEC8-754E-B21E-2BD547D16516}" type="slidenum">
              <a:rPr lang="en-US"/>
              <a:t>17</a:t>
            </a:fld>
            <a:endParaRPr lang="en-US"/>
          </a:p>
        </p:txBody>
      </p:sp>
    </p:spTree>
    <p:extLst>
      <p:ext uri="{BB962C8B-B14F-4D97-AF65-F5344CB8AC3E}">
        <p14:creationId xmlns:p14="http://schemas.microsoft.com/office/powerpoint/2010/main" val="17077625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AA500-FFC7-FA55-71AE-26BC4A9FFF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10DA41-F83E-1670-7123-BC6D39E174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891F0F-8530-37A8-F826-1543CB3C79F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E00EF7C-E239-EB9A-D2D7-39F332BE7ABA}"/>
              </a:ext>
            </a:extLst>
          </p:cNvPr>
          <p:cNvSpPr>
            <a:spLocks noGrp="1"/>
          </p:cNvSpPr>
          <p:nvPr>
            <p:ph type="sldNum" sz="quarter" idx="5"/>
          </p:nvPr>
        </p:nvSpPr>
        <p:spPr/>
        <p:txBody>
          <a:bodyPr/>
          <a:lstStyle/>
          <a:p>
            <a:fld id="{FD2E4CE2-CEC8-754E-B21E-2BD547D16516}" type="slidenum">
              <a:rPr lang="en-US"/>
              <a:t>3</a:t>
            </a:fld>
            <a:endParaRPr lang="en-US"/>
          </a:p>
        </p:txBody>
      </p:sp>
    </p:spTree>
    <p:extLst>
      <p:ext uri="{BB962C8B-B14F-4D97-AF65-F5344CB8AC3E}">
        <p14:creationId xmlns:p14="http://schemas.microsoft.com/office/powerpoint/2010/main" val="86884786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18DC4-1631-1790-E033-6AC2F6D89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CD86F4-FC6E-4CE1-C641-3941BD3F51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8FC088-6B4F-D6D9-3388-34E79A55C8F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4811D3D-E63C-49B7-7010-CB4FA6BD5234}"/>
              </a:ext>
            </a:extLst>
          </p:cNvPr>
          <p:cNvSpPr>
            <a:spLocks noGrp="1"/>
          </p:cNvSpPr>
          <p:nvPr>
            <p:ph type="sldNum" sz="quarter" idx="5"/>
          </p:nvPr>
        </p:nvSpPr>
        <p:spPr/>
        <p:txBody>
          <a:bodyPr/>
          <a:lstStyle/>
          <a:p>
            <a:fld id="{FD2E4CE2-CEC8-754E-B21E-2BD547D16516}" type="slidenum">
              <a:rPr lang="en-US"/>
              <a:t>4</a:t>
            </a:fld>
            <a:endParaRPr lang="en-US"/>
          </a:p>
        </p:txBody>
      </p:sp>
    </p:spTree>
    <p:extLst>
      <p:ext uri="{BB962C8B-B14F-4D97-AF65-F5344CB8AC3E}">
        <p14:creationId xmlns:p14="http://schemas.microsoft.com/office/powerpoint/2010/main" val="34818323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6FF87-71ED-3030-AECC-B9B915C031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E961F5-A8AB-A035-4100-53945C39D3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2FDB00-0660-4934-F1D8-D3D7276C3F5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E65954E-D529-A2B3-E567-E9F06900ECDF}"/>
              </a:ext>
            </a:extLst>
          </p:cNvPr>
          <p:cNvSpPr>
            <a:spLocks noGrp="1"/>
          </p:cNvSpPr>
          <p:nvPr>
            <p:ph type="sldNum" sz="quarter" idx="5"/>
          </p:nvPr>
        </p:nvSpPr>
        <p:spPr/>
        <p:txBody>
          <a:bodyPr/>
          <a:lstStyle/>
          <a:p>
            <a:fld id="{FD2E4CE2-CEC8-754E-B21E-2BD547D16516}" type="slidenum">
              <a:rPr lang="en-US"/>
              <a:t>5</a:t>
            </a:fld>
            <a:endParaRPr lang="en-US"/>
          </a:p>
        </p:txBody>
      </p:sp>
    </p:spTree>
    <p:extLst>
      <p:ext uri="{BB962C8B-B14F-4D97-AF65-F5344CB8AC3E}">
        <p14:creationId xmlns:p14="http://schemas.microsoft.com/office/powerpoint/2010/main" val="112595469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F5E32-DE17-57D8-9BEA-4743FE898C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6EA435-8A2A-FE71-ADDF-0EAC824BDB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CA8C70-1E15-144B-59DB-D15DF126602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F8E31B3-F8B8-A2BB-68AA-A075201A4BED}"/>
              </a:ext>
            </a:extLst>
          </p:cNvPr>
          <p:cNvSpPr>
            <a:spLocks noGrp="1"/>
          </p:cNvSpPr>
          <p:nvPr>
            <p:ph type="sldNum" sz="quarter" idx="5"/>
          </p:nvPr>
        </p:nvSpPr>
        <p:spPr/>
        <p:txBody>
          <a:bodyPr/>
          <a:lstStyle/>
          <a:p>
            <a:fld id="{FD2E4CE2-CEC8-754E-B21E-2BD547D16516}" type="slidenum">
              <a:rPr lang="en-US"/>
              <a:t>3</a:t>
            </a:fld>
            <a:endParaRPr lang="en-US"/>
          </a:p>
        </p:txBody>
      </p:sp>
    </p:spTree>
    <p:extLst>
      <p:ext uri="{BB962C8B-B14F-4D97-AF65-F5344CB8AC3E}">
        <p14:creationId xmlns:p14="http://schemas.microsoft.com/office/powerpoint/2010/main" val="34125522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5B281-6C63-2385-03EB-AF3770356F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C902E-2C90-CC14-BC6B-BE74B12F8B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5DA54F-A91E-ED60-E73A-5E437948CA3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64A9B87-4A1B-B4DE-39E2-B2A7FDF4A2F5}"/>
              </a:ext>
            </a:extLst>
          </p:cNvPr>
          <p:cNvSpPr>
            <a:spLocks noGrp="1"/>
          </p:cNvSpPr>
          <p:nvPr>
            <p:ph type="sldNum" sz="quarter" idx="5"/>
          </p:nvPr>
        </p:nvSpPr>
        <p:spPr/>
        <p:txBody>
          <a:bodyPr/>
          <a:lstStyle/>
          <a:p>
            <a:fld id="{FD2E4CE2-CEC8-754E-B21E-2BD547D16516}" type="slidenum">
              <a:rPr lang="en-US"/>
              <a:t>4</a:t>
            </a:fld>
            <a:endParaRPr lang="en-US"/>
          </a:p>
        </p:txBody>
      </p:sp>
    </p:spTree>
    <p:extLst>
      <p:ext uri="{BB962C8B-B14F-4D97-AF65-F5344CB8AC3E}">
        <p14:creationId xmlns:p14="http://schemas.microsoft.com/office/powerpoint/2010/main" val="35436240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EC2EB-5851-6A3D-0ABF-7A9E4C14F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E39BB9-97C1-5C84-9E91-DD57A55293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3A23A-B86B-CE74-8793-D0DD2A2F009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EE058B1-876E-6044-51A7-CA158773FA1F}"/>
              </a:ext>
            </a:extLst>
          </p:cNvPr>
          <p:cNvSpPr>
            <a:spLocks noGrp="1"/>
          </p:cNvSpPr>
          <p:nvPr>
            <p:ph type="sldNum" sz="quarter" idx="5"/>
          </p:nvPr>
        </p:nvSpPr>
        <p:spPr/>
        <p:txBody>
          <a:bodyPr/>
          <a:lstStyle/>
          <a:p>
            <a:fld id="{FD2E4CE2-CEC8-754E-B21E-2BD547D16516}" type="slidenum">
              <a:rPr lang="en-US"/>
              <a:t>5</a:t>
            </a:fld>
            <a:endParaRPr lang="en-US"/>
          </a:p>
        </p:txBody>
      </p:sp>
    </p:spTree>
    <p:extLst>
      <p:ext uri="{BB962C8B-B14F-4D97-AF65-F5344CB8AC3E}">
        <p14:creationId xmlns:p14="http://schemas.microsoft.com/office/powerpoint/2010/main" val="6712391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37E4A-1D0A-4A4A-9F99-FC9BCFDC0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A3760A-D3A7-6F91-E389-02F39763BD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6311B8-7DF5-6C61-8562-8E1B4E2DF25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BC8A5E0-159D-09C5-E232-ABA676994AA0}"/>
              </a:ext>
            </a:extLst>
          </p:cNvPr>
          <p:cNvSpPr>
            <a:spLocks noGrp="1"/>
          </p:cNvSpPr>
          <p:nvPr>
            <p:ph type="sldNum" sz="quarter" idx="5"/>
          </p:nvPr>
        </p:nvSpPr>
        <p:spPr/>
        <p:txBody>
          <a:bodyPr/>
          <a:lstStyle/>
          <a:p>
            <a:fld id="{FD2E4CE2-CEC8-754E-B21E-2BD547D16516}" type="slidenum">
              <a:rPr lang="en-US"/>
              <a:t>6</a:t>
            </a:fld>
            <a:endParaRPr lang="en-US"/>
          </a:p>
        </p:txBody>
      </p:sp>
    </p:spTree>
    <p:extLst>
      <p:ext uri="{BB962C8B-B14F-4D97-AF65-F5344CB8AC3E}">
        <p14:creationId xmlns:p14="http://schemas.microsoft.com/office/powerpoint/2010/main" val="1422791522"/>
      </p:ext>
    </p:extLst>
  </p:cSld>
  <p:clrMapOvr>
    <a:masterClrMapping/>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a03e6541cc547ab" /><Relationship Type="http://schemas.openxmlformats.org/officeDocument/2006/relationships/image" Target="/ppt/media/image2.png" Id="R66d424e01f964ef9" /><Relationship Type="http://schemas.openxmlformats.org/officeDocument/2006/relationships/image" Target="/ppt/media/image3.png" Id="R9a699b7dd0dd45b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433a1b4f05a4b94" /><Relationship Type="http://schemas.openxmlformats.org/officeDocument/2006/relationships/image" Target="/ppt/media/image.png" Id="R1e49066aee7f4a7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f622b447fa24335" /><Relationship Type="http://schemas.openxmlformats.org/officeDocument/2006/relationships/image" Target="/ppt/media/image.png" Id="Rf1d6dffd70674a3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a71da0e24d4ec1" /><Relationship Type="http://schemas.openxmlformats.org/officeDocument/2006/relationships/image" Target="/ppt/media/image.jpg" Id="R2c50696ad054442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d1dfc0b29154972" /><Relationship Type="http://schemas.openxmlformats.org/officeDocument/2006/relationships/image" Target="/ppt/media/image.png" Id="R82a613793dc64145" /></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dex Layout">
    <p:spTree>
      <p:nvGrpSpPr>
        <p:cNvPr id="1" name=""/>
        <p:cNvGrpSpPr/>
        <p:nvPr/>
      </p:nvGrpSpPr>
      <p:grpSpPr>
        <a:xfrm>
          <a:off x="0" y="0"/>
          <a:ext cx="0" cy="0"/>
          <a:chOff x="0" y="0"/>
          <a:chExt cx="0" cy="0"/>
        </a:xfrm>
      </p:grpSpPr>
      <p:grpSp>
        <p:nvGrpSpPr>
          <p:cNvPr id="3" name="object 10"/>
          <p:cNvGrpSpPr/>
          <p:nvPr userDrawn="1"/>
        </p:nvGrpSpPr>
        <p:grpSpPr>
          <a:xfrm>
            <a:off x="445191" y="0"/>
            <a:ext cx="8698811" cy="6857999"/>
            <a:chOff x="-4801433" y="-1782234"/>
            <a:chExt cx="18084927" cy="14257864"/>
          </a:xfrm>
        </p:grpSpPr>
        <p:sp>
          <p:nvSpPr>
            <p:cNvPr id="4" name="object 11"/>
            <p:cNvSpPr/>
            <p:nvPr/>
          </p:nvSpPr>
          <p:spPr>
            <a:xfrm>
              <a:off x="-4801433" y="1790698"/>
              <a:ext cx="12600815" cy="983098"/>
            </a:xfrm>
            <a:custGeom>
              <a:avLst/>
              <a:gdLst/>
              <a:ahLst/>
              <a:cxnLst/>
              <a:rect l="l" t="t" r="r" b="b"/>
              <a:pathLst>
                <a:path w="4610100" h="660400">
                  <a:moveTo>
                    <a:pt x="0" y="660400"/>
                  </a:moveTo>
                  <a:lnTo>
                    <a:pt x="4610100" y="660400"/>
                  </a:lnTo>
                  <a:lnTo>
                    <a:pt x="4610100" y="0"/>
                  </a:lnTo>
                  <a:lnTo>
                    <a:pt x="0" y="0"/>
                  </a:lnTo>
                  <a:lnTo>
                    <a:pt x="0" y="660400"/>
                  </a:lnTo>
                  <a:close/>
                </a:path>
              </a:pathLst>
            </a:custGeom>
            <a:solidFill>
              <a:srgbClr val="646464"/>
            </a:solidFill>
          </p:spPr>
          <p:txBody>
            <a:bodyPr wrap="square" lIns="0" tIns="0" rIns="0" bIns="0" rtlCol="0"/>
            <a:lstStyle/>
            <a:p>
              <a:endParaRPr sz="865"/>
            </a:p>
          </p:txBody>
        </p:sp>
        <p:sp>
          <p:nvSpPr>
            <p:cNvPr id="5" name="object 12"/>
            <p:cNvSpPr/>
            <p:nvPr/>
          </p:nvSpPr>
          <p:spPr>
            <a:xfrm>
              <a:off x="8339276" y="-1782234"/>
              <a:ext cx="4944218" cy="14257864"/>
            </a:xfrm>
            <a:custGeom>
              <a:avLst/>
              <a:gdLst/>
              <a:ahLst/>
              <a:cxnLst/>
              <a:rect l="l" t="t" r="r" b="b"/>
              <a:pathLst>
                <a:path w="2387600" h="10693400">
                  <a:moveTo>
                    <a:pt x="0" y="0"/>
                  </a:moveTo>
                  <a:lnTo>
                    <a:pt x="2387600" y="0"/>
                  </a:lnTo>
                  <a:lnTo>
                    <a:pt x="2387600" y="10693400"/>
                  </a:lnTo>
                  <a:lnTo>
                    <a:pt x="0" y="10693400"/>
                  </a:lnTo>
                  <a:lnTo>
                    <a:pt x="0" y="0"/>
                  </a:lnTo>
                  <a:close/>
                </a:path>
              </a:pathLst>
            </a:custGeom>
            <a:solidFill>
              <a:srgbClr val="1F487C"/>
            </a:solidFill>
          </p:spPr>
          <p:txBody>
            <a:bodyPr wrap="square" lIns="0" tIns="0" rIns="0" bIns="0" rtlCol="0"/>
            <a:lstStyle/>
            <a:p>
              <a:endParaRPr sz="865"/>
            </a:p>
          </p:txBody>
        </p:sp>
      </p:grpSp>
      <p:pic>
        <p:nvPicPr>
          <p:cNvPr id="2" name="Picture 1"/>
          <p:cNvPicPr>
            <a:picLocks noChangeAspect="1"/>
          </p:cNvPicPr>
          <p:nvPr userDrawn="1"/>
        </p:nvPicPr>
        <p:blipFill>
          <a:blip r:embed="R66d424e01f964ef9">
            <a:extLst>
              <a:ext uri="{28A0092B-C50C-407E-A947-70E740481C1C}">
                <a14:useLocalDpi xmlns:a14="http://schemas.microsoft.com/office/drawing/2010/main" val="0"/>
              </a:ext>
            </a:extLst>
          </a:blip>
          <a:stretch>
            <a:fillRect/>
          </a:stretch>
        </p:blipFill>
        <p:spPr>
          <a:xfrm>
            <a:off x="6645166" y="253736"/>
            <a:ext cx="2161851" cy="863775"/>
          </a:xfrm>
          <a:prstGeom prst="rect">
            <a:avLst/>
          </a:prstGeom>
        </p:spPr>
      </p:pic>
      <p:pic>
        <p:nvPicPr>
          <p:cNvPr id="6" name="Picture 5"/>
          <p:cNvPicPr>
            <a:picLocks noChangeAspect="1"/>
          </p:cNvPicPr>
          <p:nvPr userDrawn="1"/>
        </p:nvPicPr>
        <p:blipFill>
          <a:blip r:embed="R9a699b7dd0dd45bb">
            <a:extLst>
              <a:ext uri="{28A0092B-C50C-407E-A947-70E740481C1C}">
                <a14:useLocalDpi xmlns:a14="http://schemas.microsoft.com/office/drawing/2010/main" val="0"/>
              </a:ext>
            </a:extLst>
          </a:blip>
          <a:stretch>
            <a:fillRect/>
          </a:stretch>
        </p:blipFill>
        <p:spPr>
          <a:xfrm>
            <a:off x="352755" y="253736"/>
            <a:ext cx="4597617" cy="691804"/>
          </a:xfrm>
          <a:prstGeom prst="rect">
            <a:avLst/>
          </a:prstGeom>
        </p:spPr>
      </p:pic>
    </p:spTree>
    <p:extLst>
      <p:ext uri="{BB962C8B-B14F-4D97-AF65-F5344CB8AC3E}">
        <p14:creationId xmlns:p14="http://schemas.microsoft.com/office/powerpoint/2010/main" val="361731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object 3"/>
          <p:cNvSpPr/>
          <p:nvPr userDrawn="1"/>
        </p:nvSpPr>
        <p:spPr>
          <a:xfrm>
            <a:off x="4" y="1955845"/>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9" name="Rectangle 8"/>
          <p:cNvSpPr/>
          <p:nvPr userDrawn="1"/>
        </p:nvSpPr>
        <p:spPr>
          <a:xfrm>
            <a:off x="603478" y="2256535"/>
            <a:ext cx="7887578" cy="715581"/>
          </a:xfrm>
          <a:prstGeom prst="rect">
            <a:avLst/>
          </a:prstGeom>
        </p:spPr>
        <p:txBody>
          <a:bodyPr wrap="square">
            <a:spAutoFit/>
          </a:bodyPr>
          <a:lstStyle/>
          <a:p>
            <a:pPr algn="ctr"/>
            <a:r>
              <a:rPr lang="en-US" sz="4050" dirty="0">
                <a:solidFill>
                  <a:schemeClr val="bg1"/>
                </a:solidFill>
                <a:latin typeface="Calibri" panose="020F0502020204030204" pitchFamily="34" charset="0"/>
                <a:ea typeface="Calibri" panose="020F0502020204030204" pitchFamily="34" charset="0"/>
                <a:cs typeface="Times New Roman" panose="02020603050405020304" pitchFamily="18" charset="0"/>
              </a:rPr>
              <a:t>Diode and Transistors</a:t>
            </a:r>
          </a:p>
        </p:txBody>
      </p:sp>
      <p:pic>
        <p:nvPicPr>
          <p:cNvPr id="2" name="Picture 1"/>
          <p:cNvPicPr>
            <a:picLocks noChangeAspect="1"/>
          </p:cNvPicPr>
          <p:nvPr userDrawn="1"/>
        </p:nvPicPr>
        <p:blipFill>
          <a:blip r:embed="R1e49066aee7f4a7a">
            <a:extLst>
              <a:ext uri="{28A0092B-C50C-407E-A947-70E740481C1C}">
                <a14:useLocalDpi xmlns:a14="http://schemas.microsoft.com/office/drawing/2010/main" val="0"/>
              </a:ext>
            </a:extLst>
          </a:blip>
          <a:stretch>
            <a:fillRect/>
          </a:stretch>
        </p:blipFill>
        <p:spPr>
          <a:xfrm>
            <a:off x="352755" y="250378"/>
            <a:ext cx="8438496" cy="695162"/>
          </a:xfrm>
          <a:prstGeom prst="rect">
            <a:avLst/>
          </a:prstGeom>
        </p:spPr>
      </p:pic>
    </p:spTree>
    <p:extLst>
      <p:ext uri="{BB962C8B-B14F-4D97-AF65-F5344CB8AC3E}">
        <p14:creationId xmlns:p14="http://schemas.microsoft.com/office/powerpoint/2010/main" val="2040585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object 3"/>
          <p:cNvSpPr/>
          <p:nvPr userDrawn="1"/>
        </p:nvSpPr>
        <p:spPr>
          <a:xfrm>
            <a:off x="1" y="6493764"/>
            <a:ext cx="9143999" cy="419100"/>
          </a:xfrm>
          <a:custGeom>
            <a:avLst/>
            <a:gdLst/>
            <a:ahLst/>
            <a:cxnLst/>
            <a:rect l="l" t="t" r="r" b="b"/>
            <a:pathLst>
              <a:path w="7556500" h="393700">
                <a:moveTo>
                  <a:pt x="7556500" y="0"/>
                </a:moveTo>
                <a:lnTo>
                  <a:pt x="0" y="0"/>
                </a:lnTo>
                <a:lnTo>
                  <a:pt x="0" y="393700"/>
                </a:lnTo>
                <a:lnTo>
                  <a:pt x="7556500" y="393700"/>
                </a:lnTo>
                <a:lnTo>
                  <a:pt x="7556500" y="0"/>
                </a:lnTo>
                <a:close/>
              </a:path>
            </a:pathLst>
          </a:custGeom>
          <a:solidFill>
            <a:srgbClr val="1F487C"/>
          </a:solidFill>
        </p:spPr>
        <p:txBody>
          <a:bodyPr wrap="square" lIns="0" tIns="0" rIns="0" bIns="0" rtlCol="0"/>
          <a:lstStyle/>
          <a:p>
            <a:endParaRPr sz="865"/>
          </a:p>
        </p:txBody>
      </p:sp>
      <p:pic>
        <p:nvPicPr>
          <p:cNvPr id="10" name="Picture 9"/>
          <p:cNvPicPr>
            <a:picLocks noChangeAspect="1"/>
          </p:cNvPicPr>
          <p:nvPr userDrawn="1"/>
        </p:nvPicPr>
        <p:blipFill>
          <a:blip r:embed="Rf1d6dffd70674a32">
            <a:extLst>
              <a:ext uri="{28A0092B-C50C-407E-A947-70E740481C1C}">
                <a14:useLocalDpi xmlns:a14="http://schemas.microsoft.com/office/drawing/2010/main" val="0"/>
              </a:ext>
            </a:extLst>
          </a:blip>
          <a:stretch>
            <a:fillRect/>
          </a:stretch>
        </p:blipFill>
        <p:spPr>
          <a:xfrm>
            <a:off x="352755" y="250378"/>
            <a:ext cx="8438496" cy="695162"/>
          </a:xfrm>
          <a:prstGeom prst="rect">
            <a:avLst/>
          </a:prstGeom>
        </p:spPr>
      </p:pic>
    </p:spTree>
    <p:extLst>
      <p:ext uri="{BB962C8B-B14F-4D97-AF65-F5344CB8AC3E}">
        <p14:creationId xmlns:p14="http://schemas.microsoft.com/office/powerpoint/2010/main" val="2572179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slide Layou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2c50696ad0544420"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563911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object 3"/>
          <p:cNvSpPr/>
          <p:nvPr userDrawn="1"/>
        </p:nvSpPr>
        <p:spPr>
          <a:xfrm>
            <a:off x="4" y="1955845"/>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9" name="Rectangle 8"/>
          <p:cNvSpPr/>
          <p:nvPr userDrawn="1"/>
        </p:nvSpPr>
        <p:spPr>
          <a:xfrm>
            <a:off x="603478" y="2256535"/>
            <a:ext cx="7887578" cy="1338828"/>
          </a:xfrm>
          <a:prstGeom prst="rect">
            <a:avLst/>
          </a:prstGeom>
        </p:spPr>
        <p:txBody>
          <a:bodyPr wrap="square">
            <a:spAutoFit/>
          </a:bodyPr>
          <a:lstStyle/>
          <a:p>
            <a:pPr algn="ctr"/>
            <a:r>
              <a:rPr lang="en-US" sz="4050" b="1" dirty="0">
                <a:solidFill>
                  <a:srgbClr val="FFFFFF"/>
                </a:solidFill>
                <a:latin typeface="Calibri" panose="020F0502020204030204" pitchFamily="34" charset="0"/>
                <a:ea typeface="Calibri" panose="020F0502020204030204" pitchFamily="34" charset="0"/>
                <a:cs typeface="Times New Roman" panose="02020603050405020304" pitchFamily="18" charset="0"/>
              </a:rPr>
              <a:t>Introduction &amp;</a:t>
            </a:r>
            <a:r>
              <a:rPr lang="en-US" sz="4050" dirty="0">
                <a:latin typeface="Calibri" panose="020F0502020204030204" pitchFamily="34" charset="0"/>
                <a:ea typeface="Calibri" panose="020F0502020204030204" pitchFamily="34" charset="0"/>
                <a:cs typeface="Times New Roman" panose="02020603050405020304" pitchFamily="18" charset="0"/>
              </a:rPr>
              <a:t> </a:t>
            </a:r>
            <a:r>
              <a:rPr lang="en-US" sz="4050" b="1" dirty="0">
                <a:solidFill>
                  <a:srgbClr val="FFFFFF"/>
                </a:solidFill>
                <a:latin typeface="Calibri" panose="020F0502020204030204" pitchFamily="34" charset="0"/>
                <a:ea typeface="Calibri" panose="020F0502020204030204" pitchFamily="34" charset="0"/>
                <a:cs typeface="Times New Roman" panose="02020603050405020304" pitchFamily="18" charset="0"/>
              </a:rPr>
              <a:t>Programming with </a:t>
            </a:r>
            <a:br>
              <a:rPr lang="en-US" sz="4050" b="1" dirty="0">
                <a:solidFill>
                  <a:srgbClr val="FFFFFF"/>
                </a:solidFill>
                <a:latin typeface="Calibri" panose="020F0502020204030204" pitchFamily="34" charset="0"/>
                <a:ea typeface="Calibri" panose="020F0502020204030204" pitchFamily="34" charset="0"/>
                <a:cs typeface="Times New Roman" panose="02020603050405020304" pitchFamily="18" charset="0"/>
              </a:rPr>
            </a:br>
            <a:r>
              <a:rPr lang="en-US" sz="4050" b="1" dirty="0">
                <a:solidFill>
                  <a:srgbClr val="FFFFFF"/>
                </a:solidFill>
                <a:latin typeface="Calibri" panose="020F0502020204030204" pitchFamily="34" charset="0"/>
                <a:ea typeface="Calibri" panose="020F0502020204030204" pitchFamily="34" charset="0"/>
                <a:cs typeface="Times New Roman" panose="02020603050405020304" pitchFamily="18" charset="0"/>
              </a:rPr>
              <a:t>ESP8266</a:t>
            </a:r>
            <a:endParaRPr lang="en-US" sz="405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p:cNvPicPr>
            <a:picLocks noChangeAspect="1"/>
          </p:cNvPicPr>
          <p:nvPr userDrawn="1"/>
        </p:nvPicPr>
        <p:blipFill>
          <a:blip r:embed="R82a613793dc64145">
            <a:extLst>
              <a:ext uri="{28A0092B-C50C-407E-A947-70E740481C1C}">
                <a14:useLocalDpi xmlns:a14="http://schemas.microsoft.com/office/drawing/2010/main" val="0"/>
              </a:ext>
            </a:extLst>
          </a:blip>
          <a:stretch>
            <a:fillRect/>
          </a:stretch>
        </p:blipFill>
        <p:spPr>
          <a:xfrm>
            <a:off x="352755" y="250378"/>
            <a:ext cx="8438496" cy="695162"/>
          </a:xfrm>
          <a:prstGeom prst="rect">
            <a:avLst/>
          </a:prstGeom>
        </p:spPr>
      </p:pic>
    </p:spTree>
    <p:extLst>
      <p:ext uri="{BB962C8B-B14F-4D97-AF65-F5344CB8AC3E}">
        <p14:creationId xmlns:p14="http://schemas.microsoft.com/office/powerpoint/2010/main" val="2040585438"/>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3.xml" Id="R09ec199ce54c4e8c" /><Relationship Type="http://schemas.openxmlformats.org/officeDocument/2006/relationships/slideLayout" Target="/ppt/slideLayouts/slideLayout2.xml" Id="R36f7345ad88c4072" /><Relationship Type="http://schemas.openxmlformats.org/officeDocument/2006/relationships/slideLayout" Target="/ppt/slideLayouts/slideLayout3.xml" Id="R021594ffce86413f" /><Relationship Type="http://schemas.openxmlformats.org/officeDocument/2006/relationships/slideLayout" Target="/ppt/slideLayouts/slideLayout4.xml" Id="R097430bcece94235" /><Relationship Type="http://schemas.openxmlformats.org/officeDocument/2006/relationships/slideLayout" Target="/ppt/slideLayouts/slideLayout5.xml" Id="R1f5a90020cd64659" /><Relationship Type="http://schemas.openxmlformats.org/officeDocument/2006/relationships/slideLayout" Target="/ppt/slideLayouts/slideLayout6.xml" Id="R0808e0403acb41ce" /></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934578"/>
            <a:ext cx="7886700" cy="11780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2249992"/>
            <a:ext cx="7886700" cy="4095629"/>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02655420"/>
      </p:ext>
    </p:extLst>
  </p:cSld>
  <p:clrMap bg1="lt1" tx1="dk1" bg2="lt2" tx2="dk2" accent1="accent1" accent2="accent2" accent3="accent3" accent4="accent4" accent5="accent5" accent6="accent6" hlink="hlink" folHlink="folHlink"/>
  <p:sldLayoutIdLst>
    <p:sldLayoutId id="2147483650" r:id="R36f7345ad88c4072"/>
    <p:sldLayoutId id="2147483651" r:id="R021594ffce86413f"/>
    <p:sldLayoutId id="2147483652" r:id="R097430bcece94235"/>
    <p:sldLayoutId id="2147483653" r:id="R1f5a90020cd64659"/>
    <p:sldLayoutId id="2147483654" r:id="R0808e0403acb41ce"/>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theme3.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slideLayout" Target="/ppt/slideLayouts/slideLayout3.xml" Id="R29d948d23dfc4a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1431ca7394e4168" /></Relationships>
</file>

<file path=ppt/slides/_rels/slide3.xml.rels>&#65279;<?xml version="1.0" encoding="utf-8"?><Relationships xmlns="http://schemas.openxmlformats.org/package/2006/relationships"><Relationship Type="http://schemas.openxmlformats.org/officeDocument/2006/relationships/tags" Target="/ppt/slides/tags/tag1.xml" Id="R61e25b5c5fb14bea" /><Relationship Type="http://schemas.openxmlformats.org/officeDocument/2006/relationships/slideLayout" Target="/ppt/slideLayouts/slideLayout4.xml" Id="R69b7cc8966234255" /></Relationships>
</file>

<file path=ppt/slides/_rels/slide4.xml.rels>&#65279;<?xml version="1.0" encoding="utf-8"?><Relationships xmlns="http://schemas.openxmlformats.org/package/2006/relationships"><Relationship Type="http://schemas.openxmlformats.org/officeDocument/2006/relationships/image" Target="/ppt/media/image4.png" Id="R2b6be8b4d9504d47" /><Relationship Type="http://schemas.openxmlformats.org/officeDocument/2006/relationships/tags" Target="/ppt/slides/tags/tag2.xml" Id="R6015335989c94571" /><Relationship Type="http://schemas.openxmlformats.org/officeDocument/2006/relationships/slideLayout" Target="/ppt/slideLayouts/slideLayout4.xml" Id="R48a3dd485b9f4a0f" /></Relationships>
</file>

<file path=ppt/slides/_rels/slide5.xml.rels>&#65279;<?xml version="1.0" encoding="utf-8"?><Relationships xmlns="http://schemas.openxmlformats.org/package/2006/relationships"><Relationship Type="http://schemas.openxmlformats.org/officeDocument/2006/relationships/image" Target="/ppt/media/image5.png" Id="Rbf03f5c7f96b4005" /><Relationship Type="http://schemas.openxmlformats.org/officeDocument/2006/relationships/tags" Target="/ppt/slides/tags/tag3.xml" Id="Rb2d66595a4b44ac0" /><Relationship Type="http://schemas.openxmlformats.org/officeDocument/2006/relationships/slideLayout" Target="/ppt/slideLayouts/slideLayout4.xml" Id="R09b46a8a379a4d97" /></Relationships>
</file>

<file path=ppt/slides/_rels/slide6.xml.rels>&#65279;<?xml version="1.0" encoding="utf-8"?><Relationships xmlns="http://schemas.openxmlformats.org/package/2006/relationships"><Relationship Type="http://schemas.openxmlformats.org/officeDocument/2006/relationships/image" Target="/ppt/media/image6.png" Id="Ra699cd365bc64b08" /><Relationship Type="http://schemas.openxmlformats.org/officeDocument/2006/relationships/tags" Target="/ppt/slides/tags/tag4.xml" Id="R9c5e042ff42841fe" /><Relationship Type="http://schemas.openxmlformats.org/officeDocument/2006/relationships/slideLayout" Target="/ppt/slideLayouts/slideLayout4.xml" Id="R661d207595124913" /></Relationships>
</file>

<file path=ppt/slides/_rels/slide7.xml.rels>&#65279;<?xml version="1.0" encoding="utf-8"?><Relationships xmlns="http://schemas.openxmlformats.org/package/2006/relationships"><Relationship Type="http://schemas.openxmlformats.org/officeDocument/2006/relationships/tags" Target="/ppt/slides/tags/tag5.xml" Id="R7a9b8ec78d954243" /><Relationship Type="http://schemas.openxmlformats.org/officeDocument/2006/relationships/slideLayout" Target="/ppt/slideLayouts/slideLayout4.xml" Id="Rb3cfca6fb01d45cf" /></Relationships>
</file>

<file path=ppt/slides/_rels/slide8.xml.rels>&#65279;<?xml version="1.0" encoding="utf-8"?><Relationships xmlns="http://schemas.openxmlformats.org/package/2006/relationships"><Relationship Type="http://schemas.openxmlformats.org/officeDocument/2006/relationships/tags" Target="/ppt/slides/tags/tag6.xml" Id="R5ac95f7c63594e98" /><Relationship Type="http://schemas.openxmlformats.org/officeDocument/2006/relationships/slideLayout" Target="/ppt/slideLayouts/slideLayout4.xml" Id="R04f8f97cb1ce4a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5.xml" Id="R64244719fb6649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77acbb80952479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a52d6d0b76cc4173" /></Relationships>
</file>

<file path=ppt/slides/_rels/slide12.xml.rels>&#65279;<?xml version="1.0" encoding="utf-8"?><Relationships xmlns="http://schemas.openxmlformats.org/package/2006/relationships"><Relationship Type="http://schemas.openxmlformats.org/officeDocument/2006/relationships/tags" Target="/ppt/slides/tags/tag7.xml" Id="R615ea6f8fcde4f6d" /><Relationship Type="http://schemas.openxmlformats.org/officeDocument/2006/relationships/slideLayout" Target="/ppt/slideLayouts/slideLayout4.xml" Id="R73fc2aa8c0fc45d8" /></Relationships>
</file>

<file path=ppt/slides/_rels/slide13.xml.rels>&#65279;<?xml version="1.0" encoding="utf-8"?><Relationships xmlns="http://schemas.openxmlformats.org/package/2006/relationships"><Relationship Type="http://schemas.openxmlformats.org/officeDocument/2006/relationships/tags" Target="/ppt/slides/tags/tag8.xml" Id="Refcb6b1f84c942f4" /><Relationship Type="http://schemas.openxmlformats.org/officeDocument/2006/relationships/slideLayout" Target="/ppt/slideLayouts/slideLayout4.xml" Id="Rb6fd45c156f84b8e" /></Relationships>
</file>

<file path=ppt/slides/_rels/slide14.xml.rels>&#65279;<?xml version="1.0" encoding="utf-8"?><Relationships xmlns="http://schemas.openxmlformats.org/package/2006/relationships"><Relationship Type="http://schemas.openxmlformats.org/officeDocument/2006/relationships/tags" Target="/ppt/slides/tags/tag9.xml" Id="Ra9716ca906ea4a16" /><Relationship Type="http://schemas.openxmlformats.org/officeDocument/2006/relationships/slideLayout" Target="/ppt/slideLayouts/slideLayout4.xml" Id="Rb766dd1ac39c4788" /></Relationships>
</file>

<file path=ppt/slides/_rels/slide15.xml.rels>&#65279;<?xml version="1.0" encoding="utf-8"?><Relationships xmlns="http://schemas.openxmlformats.org/package/2006/relationships"><Relationship Type="http://schemas.openxmlformats.org/officeDocument/2006/relationships/tags" Target="/ppt/slides/tags/tag10.xml" Id="R652e05a9c23c4ffe" /><Relationship Type="http://schemas.openxmlformats.org/officeDocument/2006/relationships/slideLayout" Target="/ppt/slideLayouts/slideLayout4.xml" Id="Raccf989fed774228" /></Relationships>
</file>

<file path=ppt/slides/_rels/slide16.xml.rels>&#65279;<?xml version="1.0" encoding="utf-8"?><Relationships xmlns="http://schemas.openxmlformats.org/package/2006/relationships"><Relationship Type="http://schemas.openxmlformats.org/officeDocument/2006/relationships/tags" Target="/ppt/slides/tags/tag11.xml" Id="R6845178cec9e4093" /><Relationship Type="http://schemas.openxmlformats.org/officeDocument/2006/relationships/slideLayout" Target="/ppt/slideLayouts/slideLayout4.xml" Id="R9a0cc66f29ec4676" /></Relationships>
</file>

<file path=ppt/slides/_rels/slide17.xml.rels>&#65279;<?xml version="1.0" encoding="utf-8"?><Relationships xmlns="http://schemas.openxmlformats.org/package/2006/relationships"><Relationship Type="http://schemas.openxmlformats.org/officeDocument/2006/relationships/image" Target="/ppt/media/image7.png" Id="R16aa7bf3a3424852" /><Relationship Type="http://schemas.openxmlformats.org/officeDocument/2006/relationships/tags" Target="/ppt/slides/tags/tag12.xml" Id="R4b71ffe88aa2406a" /><Relationship Type="http://schemas.openxmlformats.org/officeDocument/2006/relationships/slideLayout" Target="/ppt/slideLayouts/slideLayout4.xml" Id="R9b4db8f97f8148c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5.xml" Id="R2a1d813399f84f5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d89d8f5c86d43b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284e1d72ebbb48bd" /></Relationships>
</file>

<file path=ppt/slides/_rels/slide21.xml.rels>&#65279;<?xml version="1.0" encoding="utf-8"?><Relationships xmlns="http://schemas.openxmlformats.org/package/2006/relationships"><Relationship Type="http://schemas.openxmlformats.org/officeDocument/2006/relationships/tags" Target="/ppt/slides/tags/tag13.xml" Id="R2498cb1a3c434e57" /><Relationship Type="http://schemas.openxmlformats.org/officeDocument/2006/relationships/slideLayout" Target="/ppt/slideLayouts/slideLayout4.xml" Id="Re564ca2e4c60460b" /></Relationships>
</file>

<file path=ppt/slides/_rels/slide22.xml.rels>&#65279;<?xml version="1.0" encoding="utf-8"?><Relationships xmlns="http://schemas.openxmlformats.org/package/2006/relationships"><Relationship Type="http://schemas.openxmlformats.org/officeDocument/2006/relationships/image" Target="/ppt/media/image8.png" Id="R16d93cfe7d0f4807" /><Relationship Type="http://schemas.openxmlformats.org/officeDocument/2006/relationships/tags" Target="/ppt/slides/tags/tag14.xml" Id="R854637546f674594" /><Relationship Type="http://schemas.openxmlformats.org/officeDocument/2006/relationships/slideLayout" Target="/ppt/slideLayouts/slideLayout4.xml" Id="Rd02fb73385254995" /></Relationships>
</file>

<file path=ppt/slides/_rels/slide23.xml.rels>&#65279;<?xml version="1.0" encoding="utf-8"?><Relationships xmlns="http://schemas.openxmlformats.org/package/2006/relationships"><Relationship Type="http://schemas.openxmlformats.org/officeDocument/2006/relationships/tags" Target="/ppt/slides/tags/tag15.xml" Id="R42f6e5e6a9a64aca" /><Relationship Type="http://schemas.openxmlformats.org/officeDocument/2006/relationships/slideLayout" Target="/ppt/slideLayouts/slideLayout4.xml" Id="Rcfe53c7f1e944a36" /></Relationships>
</file>

<file path=ppt/slides/_rels/slide24.xml.rels>&#65279;<?xml version="1.0" encoding="utf-8"?><Relationships xmlns="http://schemas.openxmlformats.org/package/2006/relationships"><Relationship Type="http://schemas.openxmlformats.org/officeDocument/2006/relationships/tags" Target="/ppt/slides/tags/tag16.xml" Id="R9e929b5206194533" /><Relationship Type="http://schemas.openxmlformats.org/officeDocument/2006/relationships/slideLayout" Target="/ppt/slideLayouts/slideLayout4.xml" Id="R9210e4e1a50b4deb" /></Relationships>
</file>

<file path=ppt/slides/_rels/slide25.xml.rels>&#65279;<?xml version="1.0" encoding="utf-8"?><Relationships xmlns="http://schemas.openxmlformats.org/package/2006/relationships"><Relationship Type="http://schemas.openxmlformats.org/officeDocument/2006/relationships/image" Target="/ppt/media/image9.png" Id="Rf501af2cb09e4f98" /><Relationship Type="http://schemas.openxmlformats.org/officeDocument/2006/relationships/tags" Target="/ppt/slides/tags/tag17.xml" Id="R3be58038ad9c486c" /><Relationship Type="http://schemas.openxmlformats.org/officeDocument/2006/relationships/slideLayout" Target="/ppt/slideLayouts/slideLayout4.xml" Id="Ra3ee45bf510d4c97" /></Relationships>
</file>

<file path=ppt/slides/_rels/slide26.xml.rels>&#65279;<?xml version="1.0" encoding="utf-8"?><Relationships xmlns="http://schemas.openxmlformats.org/package/2006/relationships"><Relationship Type="http://schemas.openxmlformats.org/officeDocument/2006/relationships/tags" Target="/ppt/slides/tags/tag18.xml" Id="R393b9e9a588f4bdd" /><Relationship Type="http://schemas.openxmlformats.org/officeDocument/2006/relationships/slideLayout" Target="/ppt/slideLayouts/slideLayout4.xml" Id="R4643b86f6b4e4282" /></Relationships>
</file>

<file path=ppt/slides/_rels/slide27.xml.rels>&#65279;<?xml version="1.0" encoding="utf-8"?><Relationships xmlns="http://schemas.openxmlformats.org/package/2006/relationships"><Relationship Type="http://schemas.openxmlformats.org/officeDocument/2006/relationships/image" Target="/ppt/media/image10.png" Id="R0cf2698380504224" /><Relationship Type="http://schemas.openxmlformats.org/officeDocument/2006/relationships/tags" Target="/ppt/slides/tags/tag19.xml" Id="R0b1e558abe6e448a" /><Relationship Type="http://schemas.openxmlformats.org/officeDocument/2006/relationships/slideLayout" Target="/ppt/slideLayouts/slideLayout4.xml" Id="R78c71e12a36c478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5.xml" Id="R782ad2d70f0e41d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b5254abc1c3402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b048091852fc48c5" /></Relationships>
</file>

<file path=ppt/slides/_rels/slide31.xml.rels>&#65279;<?xml version="1.0" encoding="utf-8"?><Relationships xmlns="http://schemas.openxmlformats.org/package/2006/relationships"><Relationship Type="http://schemas.openxmlformats.org/officeDocument/2006/relationships/image" Target="/ppt/media/image11.png" Id="Rfbd8f5776eb84578" /><Relationship Type="http://schemas.openxmlformats.org/officeDocument/2006/relationships/tags" Target="/ppt/slides/tags/tag20.xml" Id="R55a02da6d76b4e5f" /><Relationship Type="http://schemas.openxmlformats.org/officeDocument/2006/relationships/slideLayout" Target="/ppt/slideLayouts/slideLayout4.xml" Id="Rca8130c4e81c4d29" /></Relationships>
</file>

<file path=ppt/slides/_rels/slide32.xml.rels>&#65279;<?xml version="1.0" encoding="utf-8"?><Relationships xmlns="http://schemas.openxmlformats.org/package/2006/relationships"><Relationship Type="http://schemas.openxmlformats.org/officeDocument/2006/relationships/tags" Target="/ppt/slides/tags/tag21.xml" Id="Ra309bd7738044896" /><Relationship Type="http://schemas.openxmlformats.org/officeDocument/2006/relationships/slideLayout" Target="/ppt/slideLayouts/slideLayout4.xml" Id="R47d9920d12734e9d" /></Relationships>
</file>

<file path=ppt/slides/_rels/slide33.xml.rels>&#65279;<?xml version="1.0" encoding="utf-8"?><Relationships xmlns="http://schemas.openxmlformats.org/package/2006/relationships"><Relationship Type="http://schemas.openxmlformats.org/officeDocument/2006/relationships/image" Target="/ppt/media/image12.png" Id="R583b90c52e0f4217" /><Relationship Type="http://schemas.openxmlformats.org/officeDocument/2006/relationships/tags" Target="/ppt/slides/tags/tag22.xml" Id="R06e4ed2b00774baf" /><Relationship Type="http://schemas.openxmlformats.org/officeDocument/2006/relationships/notesSlide" Target="/ppt/notesSlides/notesSlide1.xml" Id="Rdbf2bd54453d47f2" /><Relationship Type="http://schemas.openxmlformats.org/officeDocument/2006/relationships/slideLayout" Target="/ppt/slideLayouts/slideLayout4.xml" Id="R5c44d4c4e02f4b14" /></Relationships>
</file>

<file path=ppt/slides/_rels/slide34.xml.rels>&#65279;<?xml version="1.0" encoding="utf-8"?><Relationships xmlns="http://schemas.openxmlformats.org/package/2006/relationships"><Relationship Type="http://schemas.openxmlformats.org/officeDocument/2006/relationships/image" Target="/ppt/media/image13.png" Id="R77b0106ed9704c66" /><Relationship Type="http://schemas.openxmlformats.org/officeDocument/2006/relationships/tags" Target="/ppt/slides/tags/tag23.xml" Id="Rd4b3edb69c584bf8" /><Relationship Type="http://schemas.openxmlformats.org/officeDocument/2006/relationships/notesSlide" Target="/ppt/notesSlides/notesSlide2.xml" Id="Rda3e80ec941d458c" /><Relationship Type="http://schemas.openxmlformats.org/officeDocument/2006/relationships/slideLayout" Target="/ppt/slideLayouts/slideLayout4.xml" Id="R63a84e82addd4133" /></Relationships>
</file>

<file path=ppt/slides/_rels/slide35.xml.rels>&#65279;<?xml version="1.0" encoding="utf-8"?><Relationships xmlns="http://schemas.openxmlformats.org/package/2006/relationships"><Relationship Type="http://schemas.openxmlformats.org/officeDocument/2006/relationships/image" Target="/ppt/media/image14.png" Id="R99af8f03edb043c8" /><Relationship Type="http://schemas.openxmlformats.org/officeDocument/2006/relationships/tags" Target="/ppt/slides/tags/tag24.xml" Id="Radd0825958aa4e0e" /><Relationship Type="http://schemas.openxmlformats.org/officeDocument/2006/relationships/notesSlide" Target="/ppt/notesSlides/notesSlide3.xml" Id="R07189166104c4f71" /><Relationship Type="http://schemas.openxmlformats.org/officeDocument/2006/relationships/slideLayout" Target="/ppt/slideLayouts/slideLayout4.xml" Id="R73515e0042be429a" /></Relationships>
</file>

<file path=ppt/slides/_rels/slide36.xml.rels>&#65279;<?xml version="1.0" encoding="utf-8"?><Relationships xmlns="http://schemas.openxmlformats.org/package/2006/relationships"><Relationship Type="http://schemas.openxmlformats.org/officeDocument/2006/relationships/image" Target="/ppt/media/image15.png" Id="R003bbcb9fc1f4db4" /><Relationship Type="http://schemas.openxmlformats.org/officeDocument/2006/relationships/tags" Target="/ppt/slides/tags/tag25.xml" Id="Rcd0c9cc3f19f4ce4" /><Relationship Type="http://schemas.openxmlformats.org/officeDocument/2006/relationships/notesSlide" Target="/ppt/notesSlides/notesSlide4.xml" Id="R10253d0c2fad4610" /><Relationship Type="http://schemas.openxmlformats.org/officeDocument/2006/relationships/slideLayout" Target="/ppt/slideLayouts/slideLayout4.xml" Id="R28656895fccc47d4" /></Relationships>
</file>

<file path=ppt/slides/_rels/slide37.xml.rels>&#65279;<?xml version="1.0" encoding="utf-8"?><Relationships xmlns="http://schemas.openxmlformats.org/package/2006/relationships"><Relationship Type="http://schemas.openxmlformats.org/officeDocument/2006/relationships/tags" Target="/ppt/slides/tags/tag26.xml" Id="R98755f14484447d6" /><Relationship Type="http://schemas.openxmlformats.org/officeDocument/2006/relationships/notesSlide" Target="/ppt/notesSlides/notesSlide5.xml" Id="R8480cdb2ee3a4803" /><Relationship Type="http://schemas.openxmlformats.org/officeDocument/2006/relationships/slideLayout" Target="/ppt/slideLayouts/slideLayout4.xml" Id="Rbf78374e823a495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5.xml" Id="R218125f501554ac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7693b922a7b43c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d430f28ed71f4ca8" /></Relationships>
</file>

<file path=ppt/slides/_rels/slide41.xml.rels>&#65279;<?xml version="1.0" encoding="utf-8"?><Relationships xmlns="http://schemas.openxmlformats.org/package/2006/relationships"><Relationship Type="http://schemas.openxmlformats.org/officeDocument/2006/relationships/image" Target="/ppt/media/image16.png" Id="R6b49c627ab40487c" /><Relationship Type="http://schemas.openxmlformats.org/officeDocument/2006/relationships/tags" Target="/ppt/slides/tags/tag27.xml" Id="Rcdd12eb3ec844bee" /><Relationship Type="http://schemas.openxmlformats.org/officeDocument/2006/relationships/notesSlide" Target="/ppt/notesSlides/notesSlide6.xml" Id="Re92d65a282cb4388" /><Relationship Type="http://schemas.openxmlformats.org/officeDocument/2006/relationships/slideLayout" Target="/ppt/slideLayouts/slideLayout4.xml" Id="Rb6091300c53f41b3" /></Relationships>
</file>

<file path=ppt/slides/_rels/slide42.xml.rels>&#65279;<?xml version="1.0" encoding="utf-8"?><Relationships xmlns="http://schemas.openxmlformats.org/package/2006/relationships"><Relationship Type="http://schemas.openxmlformats.org/officeDocument/2006/relationships/tags" Target="/ppt/slides/tags/tag28.xml" Id="R3d3afec7b5214739" /><Relationship Type="http://schemas.openxmlformats.org/officeDocument/2006/relationships/notesSlide" Target="/ppt/notesSlides/notesSlide7.xml" Id="Rd8c3fc6328174c61" /><Relationship Type="http://schemas.openxmlformats.org/officeDocument/2006/relationships/slideLayout" Target="/ppt/slideLayouts/slideLayout4.xml" Id="R4fd051d090844b84" /></Relationships>
</file>

<file path=ppt/slides/_rels/slide43.xml.rels>&#65279;<?xml version="1.0" encoding="utf-8"?><Relationships xmlns="http://schemas.openxmlformats.org/package/2006/relationships"><Relationship Type="http://schemas.openxmlformats.org/officeDocument/2006/relationships/image" Target="/ppt/media/image17.png" Id="Rfac127bc356648ec" /><Relationship Type="http://schemas.openxmlformats.org/officeDocument/2006/relationships/tags" Target="/ppt/slides/tags/tag29.xml" Id="R067f075217814a9e" /><Relationship Type="http://schemas.openxmlformats.org/officeDocument/2006/relationships/notesSlide" Target="/ppt/notesSlides/notesSlide8.xml" Id="Ra0de8aa85c49457d" /><Relationship Type="http://schemas.openxmlformats.org/officeDocument/2006/relationships/slideLayout" Target="/ppt/slideLayouts/slideLayout4.xml" Id="R45f5f15c0786467d" /></Relationships>
</file>

<file path=ppt/slides/_rels/slide44.xml.rels>&#65279;<?xml version="1.0" encoding="utf-8"?><Relationships xmlns="http://schemas.openxmlformats.org/package/2006/relationships"><Relationship Type="http://schemas.openxmlformats.org/officeDocument/2006/relationships/image" Target="/ppt/media/image18.png" Id="R19908ce265d241a0" /><Relationship Type="http://schemas.openxmlformats.org/officeDocument/2006/relationships/tags" Target="/ppt/slides/tags/tag30.xml" Id="R2d9d614629c74543" /><Relationship Type="http://schemas.openxmlformats.org/officeDocument/2006/relationships/notesSlide" Target="/ppt/notesSlides/notesSlide9.xml" Id="R9182b1496c624405" /><Relationship Type="http://schemas.openxmlformats.org/officeDocument/2006/relationships/slideLayout" Target="/ppt/slideLayouts/slideLayout4.xml" Id="R2efa5bb7b8cf4bb6" /></Relationships>
</file>

<file path=ppt/slides/_rels/slide45.xml.rels>&#65279;<?xml version="1.0" encoding="utf-8"?><Relationships xmlns="http://schemas.openxmlformats.org/package/2006/relationships"><Relationship Type="http://schemas.openxmlformats.org/officeDocument/2006/relationships/image" Target="/ppt/media/image19.png" Id="Rb9b88b3ae3244866" /><Relationship Type="http://schemas.openxmlformats.org/officeDocument/2006/relationships/tags" Target="/ppt/slides/tags/tag31.xml" Id="R4d57dac8a94b401b" /><Relationship Type="http://schemas.openxmlformats.org/officeDocument/2006/relationships/notesSlide" Target="/ppt/notesSlides/notesSlide10.xml" Id="Rd48641ca6e2040e5" /><Relationship Type="http://schemas.openxmlformats.org/officeDocument/2006/relationships/slideLayout" Target="/ppt/slideLayouts/slideLayout4.xml" Id="R2d333e5a16d6412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5.xml" Id="R056478a36cf04ff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cd122b0c107c46c3"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22aeb1b30d304171" /></Relationships>
</file>

<file path=ppt/slides/_rels/slide49.xml.rels>&#65279;<?xml version="1.0" encoding="utf-8"?><Relationships xmlns="http://schemas.openxmlformats.org/package/2006/relationships"><Relationship Type="http://schemas.openxmlformats.org/officeDocument/2006/relationships/image" Target="/ppt/media/image20.png" Id="R838a6d90ea1940d0" /><Relationship Type="http://schemas.openxmlformats.org/officeDocument/2006/relationships/tags" Target="/ppt/slides/tags/tag32.xml" Id="Rca54245f64914eac" /><Relationship Type="http://schemas.openxmlformats.org/officeDocument/2006/relationships/notesSlide" Target="/ppt/notesSlides/notesSlide11.xml" Id="Rbae450b6f1914f5a" /><Relationship Type="http://schemas.openxmlformats.org/officeDocument/2006/relationships/slideLayout" Target="/ppt/slideLayouts/slideLayout4.xml" Id="Ra8695b1232534270" /></Relationships>
</file>

<file path=ppt/slides/_rels/slide50.xml.rels>&#65279;<?xml version="1.0" encoding="utf-8"?><Relationships xmlns="http://schemas.openxmlformats.org/package/2006/relationships"><Relationship Type="http://schemas.openxmlformats.org/officeDocument/2006/relationships/image" Target="/ppt/media/image21.png" Id="R548de359d8e94a54" /><Relationship Type="http://schemas.openxmlformats.org/officeDocument/2006/relationships/tags" Target="/ppt/slides/tags/tag33.xml" Id="R7b1802aefbc34d09" /><Relationship Type="http://schemas.openxmlformats.org/officeDocument/2006/relationships/notesSlide" Target="/ppt/notesSlides/notesSlide12.xml" Id="R589af56455ee4afb" /><Relationship Type="http://schemas.openxmlformats.org/officeDocument/2006/relationships/slideLayout" Target="/ppt/slideLayouts/slideLayout4.xml" Id="Rfbd945e073564c0c" /></Relationships>
</file>

<file path=ppt/slides/_rels/slide51.xml.rels>&#65279;<?xml version="1.0" encoding="utf-8"?><Relationships xmlns="http://schemas.openxmlformats.org/package/2006/relationships"><Relationship Type="http://schemas.openxmlformats.org/officeDocument/2006/relationships/image" Target="/ppt/media/image22.png" Id="Rafad133fc3804ab4" /><Relationship Type="http://schemas.openxmlformats.org/officeDocument/2006/relationships/tags" Target="/ppt/slides/tags/tag34.xml" Id="R5d30203a14df44de" /><Relationship Type="http://schemas.openxmlformats.org/officeDocument/2006/relationships/notesSlide" Target="/ppt/notesSlides/notesSlide13.xml" Id="R09e64a7d85874ffb" /><Relationship Type="http://schemas.openxmlformats.org/officeDocument/2006/relationships/slideLayout" Target="/ppt/slideLayouts/slideLayout4.xml" Id="Re85aedca590b4cb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5.xml" Id="R87543c4a70af49e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0ffb399d26314b9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44d71e89da304da4" /></Relationships>
</file>

<file path=ppt/slides/_rels/slide55.xml.rels>&#65279;<?xml version="1.0" encoding="utf-8"?><Relationships xmlns="http://schemas.openxmlformats.org/package/2006/relationships"><Relationship Type="http://schemas.openxmlformats.org/officeDocument/2006/relationships/image" Target="/ppt/media/image23.png" Id="R89bfd9826fb94c24" /><Relationship Type="http://schemas.openxmlformats.org/officeDocument/2006/relationships/tags" Target="/ppt/slides/tags/tag35.xml" Id="Rbc9026fa00f34d8d" /><Relationship Type="http://schemas.openxmlformats.org/officeDocument/2006/relationships/notesSlide" Target="/ppt/notesSlides/notesSlide14.xml" Id="R505a8515d660406b" /><Relationship Type="http://schemas.openxmlformats.org/officeDocument/2006/relationships/slideLayout" Target="/ppt/slideLayouts/slideLayout4.xml" Id="R8b7c35053ac34f3c" /></Relationships>
</file>

<file path=ppt/slides/_rels/slide56.xml.rels>&#65279;<?xml version="1.0" encoding="utf-8"?><Relationships xmlns="http://schemas.openxmlformats.org/package/2006/relationships"><Relationship Type="http://schemas.openxmlformats.org/officeDocument/2006/relationships/image" Target="/ppt/media/image24.png" Id="Rbdaea33bcee54cb0" /><Relationship Type="http://schemas.openxmlformats.org/officeDocument/2006/relationships/tags" Target="/ppt/slides/tags/tag36.xml" Id="Rc6ea1db20ee443ac" /><Relationship Type="http://schemas.openxmlformats.org/officeDocument/2006/relationships/notesSlide" Target="/ppt/notesSlides/notesSlide15.xml" Id="R78fe766dc2cd41cc" /><Relationship Type="http://schemas.openxmlformats.org/officeDocument/2006/relationships/slideLayout" Target="/ppt/slideLayouts/slideLayout4.xml" Id="Rb3a1bad5930848b1" /></Relationships>
</file>

<file path=ppt/slides/_rels/slide57.xml.rels>&#65279;<?xml version="1.0" encoding="utf-8"?><Relationships xmlns="http://schemas.openxmlformats.org/package/2006/relationships"><Relationship Type="http://schemas.openxmlformats.org/officeDocument/2006/relationships/tags" Target="/ppt/slides/tags/tag37.xml" Id="R82e98fde95994c1a" /><Relationship Type="http://schemas.openxmlformats.org/officeDocument/2006/relationships/notesSlide" Target="/ppt/notesSlides/notesSlide16.xml" Id="R6cf8dc1117d842c3" /><Relationship Type="http://schemas.openxmlformats.org/officeDocument/2006/relationships/slideLayout" Target="/ppt/slideLayouts/slideLayout4.xml" Id="R59f51dd8d4424088" /></Relationships>
</file>

<file path=ppt/slides/_rels/slide58.xml.rels>&#65279;<?xml version="1.0" encoding="utf-8"?><Relationships xmlns="http://schemas.openxmlformats.org/package/2006/relationships"><Relationship Type="http://schemas.openxmlformats.org/officeDocument/2006/relationships/image" Target="/ppt/media/image25.png" Id="Re0a5373539a44960" /><Relationship Type="http://schemas.openxmlformats.org/officeDocument/2006/relationships/tags" Target="/ppt/slides/tags/tag38.xml" Id="Re021474b1fbc4fcb" /><Relationship Type="http://schemas.openxmlformats.org/officeDocument/2006/relationships/notesSlide" Target="/ppt/notesSlides/notesSlide17.xml" Id="R11fad620550248d7" /><Relationship Type="http://schemas.openxmlformats.org/officeDocument/2006/relationships/slideLayout" Target="/ppt/slideLayouts/slideLayout4.xml" Id="R4ab60b01da7d45b0" /></Relationships>
</file>

<file path=ppt/slides/_rels/slide59.xml.rels>&#65279;<?xml version="1.0" encoding="utf-8"?><Relationships xmlns="http://schemas.openxmlformats.org/package/2006/relationships"><Relationship Type="http://schemas.openxmlformats.org/officeDocument/2006/relationships/image" Target="/ppt/media/image26.png" Id="Re249ba9651e24bfc" /><Relationship Type="http://schemas.openxmlformats.org/officeDocument/2006/relationships/tags" Target="/ppt/slides/tags/tag39.xml" Id="Rc9fa311dea944afa" /><Relationship Type="http://schemas.openxmlformats.org/officeDocument/2006/relationships/notesSlide" Target="/ppt/notesSlides/notesSlide18.xml" Id="R451ea377974e457e" /><Relationship Type="http://schemas.openxmlformats.org/officeDocument/2006/relationships/slideLayout" Target="/ppt/slideLayouts/slideLayout4.xml" Id="Rc4d7e18c93ac4e7d" /></Relationships>
</file>

<file path=ppt/slides/_rels/slide60.xml.rels>&#65279;<?xml version="1.0" encoding="utf-8"?><Relationships xmlns="http://schemas.openxmlformats.org/package/2006/relationships"><Relationship Type="http://schemas.openxmlformats.org/officeDocument/2006/relationships/image" Target="/ppt/media/image27.png" Id="R256b5125f7554a04" /><Relationship Type="http://schemas.openxmlformats.org/officeDocument/2006/relationships/tags" Target="/ppt/slides/tags/tag40.xml" Id="R932bef4961084f15" /><Relationship Type="http://schemas.openxmlformats.org/officeDocument/2006/relationships/notesSlide" Target="/ppt/notesSlides/notesSlide19.xml" Id="Rfab770de20fc4ab8" /><Relationship Type="http://schemas.openxmlformats.org/officeDocument/2006/relationships/slideLayout" Target="/ppt/slideLayouts/slideLayout4.xml" Id="Rb2ceed5870884097" /></Relationships>
</file>

<file path=ppt/slides/_rels/slide61.xml.rels>&#65279;<?xml version="1.0" encoding="utf-8"?><Relationships xmlns="http://schemas.openxmlformats.org/package/2006/relationships"><Relationship Type="http://schemas.openxmlformats.org/officeDocument/2006/relationships/image" Target="/ppt/media/image28.png" Id="R4870848c3a424c55" /><Relationship Type="http://schemas.openxmlformats.org/officeDocument/2006/relationships/tags" Target="/ppt/slides/tags/tag41.xml" Id="R444aef74b87a46cf" /><Relationship Type="http://schemas.openxmlformats.org/officeDocument/2006/relationships/notesSlide" Target="/ppt/notesSlides/notesSlide20.xml" Id="Rc25a405e4d16434b" /><Relationship Type="http://schemas.openxmlformats.org/officeDocument/2006/relationships/slideLayout" Target="/ppt/slideLayouts/slideLayout4.xml" Id="R374bc867f5614a8d" /></Relationships>
</file>

<file path=ppt/slides/_rels/slide62.xml.rels>&#65279;<?xml version="1.0" encoding="utf-8"?><Relationships xmlns="http://schemas.openxmlformats.org/package/2006/relationships"><Relationship Type="http://schemas.openxmlformats.org/officeDocument/2006/relationships/image" Target="/ppt/media/image29.png" Id="R00650fab2eda4e45" /><Relationship Type="http://schemas.openxmlformats.org/officeDocument/2006/relationships/tags" Target="/ppt/slides/tags/tag42.xml" Id="Re78dfe4afb784487" /><Relationship Type="http://schemas.openxmlformats.org/officeDocument/2006/relationships/notesSlide" Target="/ppt/notesSlides/notesSlide21.xml" Id="R260a8687d3bb41d0" /><Relationship Type="http://schemas.openxmlformats.org/officeDocument/2006/relationships/slideLayout" Target="/ppt/slideLayouts/slideLayout4.xml" Id="R1e74bbed0b244fe5" /></Relationships>
</file>

<file path=ppt/slides/_rels/slide63.xml.rels>&#65279;<?xml version="1.0" encoding="utf-8"?><Relationships xmlns="http://schemas.openxmlformats.org/package/2006/relationships"><Relationship Type="http://schemas.openxmlformats.org/officeDocument/2006/relationships/slideLayout" Target="/ppt/slideLayouts/slideLayout5.xml" Id="Rbacc9b0011fa4386"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0afd707b5699445b" /></Relationships>
</file>

<file path=ppt/slides/_rels/slide65.xml.rels>&#65279;<?xml version="1.0" encoding="utf-8"?><Relationships xmlns="http://schemas.openxmlformats.org/package/2006/relationships"><Relationship Type="http://schemas.openxmlformats.org/officeDocument/2006/relationships/slideLayout" Target="/ppt/slideLayouts/slideLayout2.xml" Id="Rb2b660a9b6094d0a" /></Relationships>
</file>

<file path=ppt/slides/_rels/slide66.xml.rels>&#65279;<?xml version="1.0" encoding="utf-8"?><Relationships xmlns="http://schemas.openxmlformats.org/package/2006/relationships"><Relationship Type="http://schemas.openxmlformats.org/officeDocument/2006/relationships/image" Target="/ppt/media/image30.png" Id="R4af930310be94f42" /><Relationship Type="http://schemas.openxmlformats.org/officeDocument/2006/relationships/tags" Target="/ppt/slides/tags/tag43.xml" Id="R70d041d4b4094a28" /><Relationship Type="http://schemas.openxmlformats.org/officeDocument/2006/relationships/notesSlide" Target="/ppt/notesSlides/notesSlide22.xml" Id="R78fdec8aec7a46d7" /><Relationship Type="http://schemas.openxmlformats.org/officeDocument/2006/relationships/slideLayout" Target="/ppt/slideLayouts/slideLayout4.xml" Id="R0634439d495e4265" /></Relationships>
</file>

<file path=ppt/slides/_rels/slide67.xml.rels>&#65279;<?xml version="1.0" encoding="utf-8"?><Relationships xmlns="http://schemas.openxmlformats.org/package/2006/relationships"><Relationship Type="http://schemas.openxmlformats.org/officeDocument/2006/relationships/tags" Target="/ppt/slides/tags/tag44.xml" Id="R7cdc69ec5578416c" /><Relationship Type="http://schemas.openxmlformats.org/officeDocument/2006/relationships/notesSlide" Target="/ppt/notesSlides/notesSlide23.xml" Id="R421fe9d35aa44818" /><Relationship Type="http://schemas.openxmlformats.org/officeDocument/2006/relationships/slideLayout" Target="/ppt/slideLayouts/slideLayout4.xml" Id="Re3df9d3e1ea64f3c" /></Relationships>
</file>

<file path=ppt/slides/_rels/slide68.xml.rels>&#65279;<?xml version="1.0" encoding="utf-8"?><Relationships xmlns="http://schemas.openxmlformats.org/package/2006/relationships"><Relationship Type="http://schemas.openxmlformats.org/officeDocument/2006/relationships/image" Target="/ppt/media/image31.png" Id="R23cee21394c54c81" /><Relationship Type="http://schemas.openxmlformats.org/officeDocument/2006/relationships/image" Target="/ppt/media/image32.png" Id="Ref948795cbdd484f" /><Relationship Type="http://schemas.openxmlformats.org/officeDocument/2006/relationships/tags" Target="/ppt/slides/tags/tag45.xml" Id="Rce47fe7462bb4964" /><Relationship Type="http://schemas.openxmlformats.org/officeDocument/2006/relationships/notesSlide" Target="/ppt/notesSlides/notesSlide24.xml" Id="R4ef104c8be5c442a" /><Relationship Type="http://schemas.openxmlformats.org/officeDocument/2006/relationships/slideLayout" Target="/ppt/slideLayouts/slideLayout4.xml" Id="R489fcf7737494db9" /></Relationships>
</file>

<file path=ppt/slides/_rels/slide69.xml.rels>&#65279;<?xml version="1.0" encoding="utf-8"?><Relationships xmlns="http://schemas.openxmlformats.org/package/2006/relationships"><Relationship Type="http://schemas.openxmlformats.org/officeDocument/2006/relationships/image" Target="/ppt/media/image33.png" Id="R093a7c4b6b674818" /><Relationship Type="http://schemas.openxmlformats.org/officeDocument/2006/relationships/tags" Target="/ppt/slides/tags/tag46.xml" Id="R282e46a2c5364fd7" /><Relationship Type="http://schemas.openxmlformats.org/officeDocument/2006/relationships/notesSlide" Target="/ppt/notesSlides/notesSlide25.xml" Id="R3cc33ea0bc034274" /><Relationship Type="http://schemas.openxmlformats.org/officeDocument/2006/relationships/slideLayout" Target="/ppt/slideLayouts/slideLayout4.xml" Id="R6d65b6021e2d4ec1" /></Relationships>
</file>

<file path=ppt/slides/_rels/slide70.xml.rels>&#65279;<?xml version="1.0" encoding="utf-8"?><Relationships xmlns="http://schemas.openxmlformats.org/package/2006/relationships"><Relationship Type="http://schemas.openxmlformats.org/officeDocument/2006/relationships/image" Target="/ppt/media/image34.png" Id="Ra775e7ddfbc84ea9" /><Relationship Type="http://schemas.openxmlformats.org/officeDocument/2006/relationships/tags" Target="/ppt/slides/tags/tag47.xml" Id="R8842211ed1394bdb" /><Relationship Type="http://schemas.openxmlformats.org/officeDocument/2006/relationships/notesSlide" Target="/ppt/notesSlides/notesSlide26.xml" Id="Ree03ba4e9ef14b5b" /><Relationship Type="http://schemas.openxmlformats.org/officeDocument/2006/relationships/slideLayout" Target="/ppt/slideLayouts/slideLayout4.xml" Id="Rbae726d90a3e44fc" /></Relationships>
</file>

<file path=ppt/slides/_rels/slide71.xml.rels>&#65279;<?xml version="1.0" encoding="utf-8"?><Relationships xmlns="http://schemas.openxmlformats.org/package/2006/relationships"><Relationship Type="http://schemas.openxmlformats.org/officeDocument/2006/relationships/tags" Target="/ppt/slides/tags/tag48.xml" Id="R8eeed94bbcc24957" /><Relationship Type="http://schemas.openxmlformats.org/officeDocument/2006/relationships/notesSlide" Target="/ppt/notesSlides/notesSlide27.xml" Id="Rac6b1f2f18b64634" /><Relationship Type="http://schemas.openxmlformats.org/officeDocument/2006/relationships/slideLayout" Target="/ppt/slideLayouts/slideLayout4.xml" Id="Rfbb2bc5f4f7f4987" /></Relationships>
</file>

<file path=ppt/slides/_rels/slide72.xml.rels>&#65279;<?xml version="1.0" encoding="utf-8"?><Relationships xmlns="http://schemas.openxmlformats.org/package/2006/relationships"><Relationship Type="http://schemas.openxmlformats.org/officeDocument/2006/relationships/notesSlide" Target="/ppt/notesSlides/notesSlide28.xml" Id="Rafca3b73fe234f8a" /><Relationship Type="http://schemas.openxmlformats.org/officeDocument/2006/relationships/slideLayout" Target="/ppt/slideLayouts/slideLayout4.xml" Id="R3c343571b6ce4e5b" /></Relationships>
</file>

<file path=ppt/slides/_rels/slide73.xml.rels>&#65279;<?xml version="1.0" encoding="utf-8"?><Relationships xmlns="http://schemas.openxmlformats.org/package/2006/relationships"><Relationship Type="http://schemas.openxmlformats.org/officeDocument/2006/relationships/notesSlide" Target="/ppt/notesSlides/notesSlide29.xml" Id="R179648a9ed2f4fe5" /><Relationship Type="http://schemas.openxmlformats.org/officeDocument/2006/relationships/slideLayout" Target="/ppt/slideLayouts/slideLayout4.xml" Id="Rc2959e745dec4b09" /></Relationships>
</file>

<file path=ppt/slides/_rels/slide74.xml.rels>&#65279;<?xml version="1.0" encoding="utf-8"?><Relationships xmlns="http://schemas.openxmlformats.org/package/2006/relationships"><Relationship Type="http://schemas.openxmlformats.org/officeDocument/2006/relationships/slideLayout" Target="/ppt/slideLayouts/slideLayout5.xml" Id="R4fdbe9ebc4e54d17"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c2ee83034b884bf0" /></Relationships>
</file>

<file path=ppt/slides/_rels/slide76.xml.rels>&#65279;<?xml version="1.0" encoding="utf-8"?><Relationships xmlns="http://schemas.openxmlformats.org/package/2006/relationships"><Relationship Type="http://schemas.openxmlformats.org/officeDocument/2006/relationships/slideLayout" Target="/ppt/slideLayouts/slideLayout2.xml" Id="Rf9ae7daa739345ca" /></Relationships>
</file>

<file path=ppt/slides/_rels/slide77.xml.rels>&#65279;<?xml version="1.0" encoding="utf-8"?><Relationships xmlns="http://schemas.openxmlformats.org/package/2006/relationships"><Relationship Type="http://schemas.openxmlformats.org/officeDocument/2006/relationships/image" Target="/ppt/media/image.emf" Id="R94afdbd493e74381" /><Relationship Type="http://schemas.openxmlformats.org/officeDocument/2006/relationships/oleObject" Target="/ppt/slides/embeddings/embeddedObject.bin" Id="R1013e0e6a76343f0" /><Relationship Type="http://schemas.openxmlformats.org/officeDocument/2006/relationships/oleObject" Target="/ppt/slides/embeddings/embeddedObject2.bin" Id="R86b2209e2eb142a7" /><Relationship Type="http://schemas.openxmlformats.org/officeDocument/2006/relationships/tags" Target="/ppt/slides/tags/tag49.xml" Id="R8b4a243c3dff4051" /><Relationship Type="http://schemas.openxmlformats.org/officeDocument/2006/relationships/notesSlide" Target="/ppt/notesSlides/notesSlide30.xml" Id="R21ee489298764a63" /><Relationship Type="http://schemas.openxmlformats.org/officeDocument/2006/relationships/slideLayout" Target="/ppt/slideLayouts/slideLayout4.xml" Id="Rbe3147f897ad4a95" /></Relationships>
</file>

<file path=ppt/slides/_rels/slide78.xml.rels>&#65279;<?xml version="1.0" encoding="utf-8"?><Relationships xmlns="http://schemas.openxmlformats.org/package/2006/relationships"><Relationship Type="http://schemas.openxmlformats.org/officeDocument/2006/relationships/image" Target="/ppt/media/image.wmf" Id="R3a571e63af7a49d1" /><Relationship Type="http://schemas.openxmlformats.org/officeDocument/2006/relationships/image" Target="/ppt/media/image2.emf" Id="Rb8cdfbec2e614d24" /><Relationship Type="http://schemas.openxmlformats.org/officeDocument/2006/relationships/oleObject" Target="/ppt/slides/embeddings/embeddedObject3.bin" Id="Rc5c57c66b4d64aa9" /><Relationship Type="http://schemas.openxmlformats.org/officeDocument/2006/relationships/oleObject" Target="/ppt/slides/embeddings/embeddedObject4.bin" Id="Rcb0bcb96908a483c" /><Relationship Type="http://schemas.openxmlformats.org/officeDocument/2006/relationships/oleObject" Target="/ppt/slides/embeddings/embeddedObject5.bin" Id="Rcf2a26047a5d42b2" /><Relationship Type="http://schemas.openxmlformats.org/officeDocument/2006/relationships/oleObject" Target="/ppt/slides/embeddings/embeddedObject6.bin" Id="R69eb0f5333c14144" /><Relationship Type="http://schemas.openxmlformats.org/officeDocument/2006/relationships/slideLayout" Target="/ppt/slideLayouts/slideLayout4.xml" Id="R13dcaddafb654db2" /></Relationships>
</file>

<file path=ppt/slides/_rels/slide79.xml.rels>&#65279;<?xml version="1.0" encoding="utf-8"?><Relationships xmlns="http://schemas.openxmlformats.org/package/2006/relationships"><Relationship Type="http://schemas.openxmlformats.org/officeDocument/2006/relationships/tags" Target="/ppt/slides/tags/tag50.xml" Id="R06cdb256bb404735" /><Relationship Type="http://schemas.openxmlformats.org/officeDocument/2006/relationships/notesSlide" Target="/ppt/notesSlides/notesSlide31.xml" Id="R91cd6264ad314e2f" /><Relationship Type="http://schemas.openxmlformats.org/officeDocument/2006/relationships/slideLayout" Target="/ppt/slideLayouts/slideLayout4.xml" Id="Ra3255f0d8bc34040" /></Relationships>
</file>

<file path=ppt/slides/_rels/slide80.xml.rels>&#65279;<?xml version="1.0" encoding="utf-8"?><Relationships xmlns="http://schemas.openxmlformats.org/package/2006/relationships"><Relationship Type="http://schemas.openxmlformats.org/officeDocument/2006/relationships/image" Target="/ppt/media/image35.png" Id="R41ba70c5c9a84299" /><Relationship Type="http://schemas.openxmlformats.org/officeDocument/2006/relationships/tags" Target="/ppt/slides/tags/tag51.xml" Id="Re77164adf3574042" /><Relationship Type="http://schemas.openxmlformats.org/officeDocument/2006/relationships/notesSlide" Target="/ppt/notesSlides/notesSlide32.xml" Id="R24d0870254c74a27" /><Relationship Type="http://schemas.openxmlformats.org/officeDocument/2006/relationships/slideLayout" Target="/ppt/slideLayouts/slideLayout4.xml" Id="Ra539d2479a8f4754" /></Relationships>
</file>

<file path=ppt/slides/_rels/slide81.xml.rels>&#65279;<?xml version="1.0" encoding="utf-8"?><Relationships xmlns="http://schemas.openxmlformats.org/package/2006/relationships"><Relationship Type="http://schemas.openxmlformats.org/officeDocument/2006/relationships/image" Target="/ppt/media/image36.png" Id="R1f872c49885e4939" /><Relationship Type="http://schemas.openxmlformats.org/officeDocument/2006/relationships/tags" Target="/ppt/slides/tags/tag52.xml" Id="R2dd1ef1efb9b4c0f" /><Relationship Type="http://schemas.openxmlformats.org/officeDocument/2006/relationships/notesSlide" Target="/ppt/notesSlides/notesSlide33.xml" Id="Rd8b4b4330a6d44c8" /><Relationship Type="http://schemas.openxmlformats.org/officeDocument/2006/relationships/slideLayout" Target="/ppt/slideLayouts/slideLayout4.xml" Id="R30c14d26e6b14b07" /></Relationships>
</file>

<file path=ppt/slides/_rels/slide82.xml.rels>&#65279;<?xml version="1.0" encoding="utf-8"?><Relationships xmlns="http://schemas.openxmlformats.org/package/2006/relationships"><Relationship Type="http://schemas.openxmlformats.org/officeDocument/2006/relationships/tags" Target="/ppt/slides/tags/tag53.xml" Id="Rc902a52cde464787" /><Relationship Type="http://schemas.openxmlformats.org/officeDocument/2006/relationships/notesSlide" Target="/ppt/notesSlides/notesSlide34.xml" Id="R8b76f4f69e9c4072" /><Relationship Type="http://schemas.openxmlformats.org/officeDocument/2006/relationships/slideLayout" Target="/ppt/slideLayouts/slideLayout4.xml" Id="R57247e2f68c4425a" /></Relationships>
</file>

<file path=ppt/slides/_rels/slide83.xml.rels>&#65279;<?xml version="1.0" encoding="utf-8"?><Relationships xmlns="http://schemas.openxmlformats.org/package/2006/relationships"><Relationship Type="http://schemas.openxmlformats.org/officeDocument/2006/relationships/image" Target="/ppt/media/image37.png" Id="R4360f6ec45e94f67" /><Relationship Type="http://schemas.openxmlformats.org/officeDocument/2006/relationships/image" Target="/ppt/media/image3.emf" Id="R50683b06afba4972" /><Relationship Type="http://schemas.openxmlformats.org/officeDocument/2006/relationships/image" Target="/ppt/media/image38.png" Id="R241dae26f4cc42fc" /><Relationship Type="http://schemas.openxmlformats.org/officeDocument/2006/relationships/tags" Target="/ppt/slides/tags/tag54.xml" Id="R32c2335f27a44308" /><Relationship Type="http://schemas.openxmlformats.org/officeDocument/2006/relationships/notesSlide" Target="/ppt/notesSlides/notesSlide35.xml" Id="R8492c658e75941bf" /><Relationship Type="http://schemas.openxmlformats.org/officeDocument/2006/relationships/slideLayout" Target="/ppt/slideLayouts/slideLayout4.xml" Id="R19b3cd04452c492a" /></Relationships>
</file>

<file path=ppt/slides/_rels/slide84.xml.rels>&#65279;<?xml version="1.0" encoding="utf-8"?><Relationships xmlns="http://schemas.openxmlformats.org/package/2006/relationships"><Relationship Type="http://schemas.openxmlformats.org/officeDocument/2006/relationships/image" Target="/ppt/media/image39.png" Id="Rd4f4308e4ecc43e8" /><Relationship Type="http://schemas.openxmlformats.org/officeDocument/2006/relationships/tags" Target="/ppt/slides/tags/tag55.xml" Id="Rf59eb70b506a4d60" /><Relationship Type="http://schemas.openxmlformats.org/officeDocument/2006/relationships/notesSlide" Target="/ppt/notesSlides/notesSlide36.xml" Id="R69fb925f5f67492e" /><Relationship Type="http://schemas.openxmlformats.org/officeDocument/2006/relationships/slideLayout" Target="/ppt/slideLayouts/slideLayout4.xml" Id="R25f9dbef97b844d1" /></Relationships>
</file>

<file path=ppt/slides/_rels/slide85.xml.rels>&#65279;<?xml version="1.0" encoding="utf-8"?><Relationships xmlns="http://schemas.openxmlformats.org/package/2006/relationships"><Relationship Type="http://schemas.openxmlformats.org/officeDocument/2006/relationships/image" Target="/ppt/media/image39.png" Id="R136da82768c04c7c" /><Relationship Type="http://schemas.openxmlformats.org/officeDocument/2006/relationships/tags" Target="/ppt/slides/tags/tag56.xml" Id="Rc9b7a303771242b4" /><Relationship Type="http://schemas.openxmlformats.org/officeDocument/2006/relationships/notesSlide" Target="/ppt/notesSlides/notesSlide37.xml" Id="Rf7f937cc00d34dca" /><Relationship Type="http://schemas.openxmlformats.org/officeDocument/2006/relationships/slideLayout" Target="/ppt/slideLayouts/slideLayout4.xml" Id="Ref35823e314649d3" /></Relationships>
</file>

<file path=ppt/slides/_rels/slide86.xml.rels>&#65279;<?xml version="1.0" encoding="utf-8"?><Relationships xmlns="http://schemas.openxmlformats.org/package/2006/relationships"><Relationship Type="http://schemas.openxmlformats.org/officeDocument/2006/relationships/image" Target="/ppt/media/image40.png" Id="Rd1b269c9477647a4" /><Relationship Type="http://schemas.openxmlformats.org/officeDocument/2006/relationships/image" Target="/ppt/media/image41.png" Id="Re18b79c1822a4268" /><Relationship Type="http://schemas.openxmlformats.org/officeDocument/2006/relationships/image" Target="/ppt/media/image42.png" Id="R19b9dd31fe4e4e00" /><Relationship Type="http://schemas.openxmlformats.org/officeDocument/2006/relationships/tags" Target="/ppt/slides/tags/tag57.xml" Id="R6a23be6dcbae44f8" /><Relationship Type="http://schemas.openxmlformats.org/officeDocument/2006/relationships/notesSlide" Target="/ppt/notesSlides/notesSlide38.xml" Id="Rd0d2dea9dc224eb6" /><Relationship Type="http://schemas.openxmlformats.org/officeDocument/2006/relationships/slideLayout" Target="/ppt/slideLayouts/slideLayout4.xml" Id="Rbe24abb885c9426e" /></Relationships>
</file>

<file path=ppt/slides/_rels/slide87.xml.rels>&#65279;<?xml version="1.0" encoding="utf-8"?><Relationships xmlns="http://schemas.openxmlformats.org/package/2006/relationships"><Relationship Type="http://schemas.openxmlformats.org/officeDocument/2006/relationships/image" Target="/ppt/media/image43.png" Id="R45def7b89119445a" /><Relationship Type="http://schemas.openxmlformats.org/officeDocument/2006/relationships/tags" Target="/ppt/slides/tags/tag58.xml" Id="Rfc2df2f6db974340" /><Relationship Type="http://schemas.openxmlformats.org/officeDocument/2006/relationships/notesSlide" Target="/ppt/notesSlides/notesSlide39.xml" Id="R789bb3c80cf44083" /><Relationship Type="http://schemas.openxmlformats.org/officeDocument/2006/relationships/slideLayout" Target="/ppt/slideLayouts/slideLayout4.xml" Id="Rc89c31dfb56b45b3" /></Relationships>
</file>

<file path=ppt/slides/_rels/slide88.xml.rels>&#65279;<?xml version="1.0" encoding="utf-8"?><Relationships xmlns="http://schemas.openxmlformats.org/package/2006/relationships"><Relationship Type="http://schemas.openxmlformats.org/officeDocument/2006/relationships/image" Target="/ppt/media/image44.png" Id="Rb4574bb971094f60" /><Relationship Type="http://schemas.openxmlformats.org/officeDocument/2006/relationships/tags" Target="/ppt/slides/tags/tag59.xml" Id="R8e09581b5b4e4729" /><Relationship Type="http://schemas.openxmlformats.org/officeDocument/2006/relationships/notesSlide" Target="/ppt/notesSlides/notesSlide40.xml" Id="Rc5ff7e1920f54d0d" /><Relationship Type="http://schemas.openxmlformats.org/officeDocument/2006/relationships/slideLayout" Target="/ppt/slideLayouts/slideLayout4.xml" Id="Rc8d67af8a36a420a" /></Relationships>
</file>

<file path=ppt/slides/_rels/slide89.xml.rels>&#65279;<?xml version="1.0" encoding="utf-8"?><Relationships xmlns="http://schemas.openxmlformats.org/package/2006/relationships"><Relationship Type="http://schemas.openxmlformats.org/officeDocument/2006/relationships/image" Target="/ppt/media/image45.png" Id="R7f99908dbf294ff8" /><Relationship Type="http://schemas.openxmlformats.org/officeDocument/2006/relationships/image" Target="/ppt/media/image2.wmf" Id="R3b189fcbd91a4632" /><Relationship Type="http://schemas.openxmlformats.org/officeDocument/2006/relationships/oleObject" Target="/ppt/slides/embeddings/embeddedObject7.bin" Id="R1e6ab808587d4768" /><Relationship Type="http://schemas.openxmlformats.org/officeDocument/2006/relationships/oleObject" Target="/ppt/slides/embeddings/embeddedObject8.bin" Id="Rb8194b00f19f45f5" /><Relationship Type="http://schemas.openxmlformats.org/officeDocument/2006/relationships/tags" Target="/ppt/slides/tags/tag60.xml" Id="Rce36ffcb7aef4372" /><Relationship Type="http://schemas.openxmlformats.org/officeDocument/2006/relationships/notesSlide" Target="/ppt/notesSlides/notesSlide41.xml" Id="R35a6c36131bc43c8" /><Relationship Type="http://schemas.openxmlformats.org/officeDocument/2006/relationships/slideLayout" Target="/ppt/slideLayouts/slideLayout4.xml" Id="R99cad5856d144a72" /></Relationships>
</file>

<file path=ppt/slides/_rels/slide90.xml.rels>&#65279;<?xml version="1.0" encoding="utf-8"?><Relationships xmlns="http://schemas.openxmlformats.org/package/2006/relationships"><Relationship Type="http://schemas.openxmlformats.org/officeDocument/2006/relationships/image" Target="/ppt/media/image46.png" Id="R0448f9dc0e54469a" /><Relationship Type="http://schemas.openxmlformats.org/officeDocument/2006/relationships/tags" Target="/ppt/slides/tags/tag61.xml" Id="R184132aec89a4ee4" /><Relationship Type="http://schemas.openxmlformats.org/officeDocument/2006/relationships/notesSlide" Target="/ppt/notesSlides/notesSlide42.xml" Id="Rf4619d1466004ce1" /><Relationship Type="http://schemas.openxmlformats.org/officeDocument/2006/relationships/slideLayout" Target="/ppt/slideLayouts/slideLayout4.xml" Id="R13b5cb61e5dd45ca" /></Relationships>
</file>

<file path=ppt/slides/_rels/slide91.xml.rels>&#65279;<?xml version="1.0" encoding="utf-8"?><Relationships xmlns="http://schemas.openxmlformats.org/package/2006/relationships"><Relationship Type="http://schemas.openxmlformats.org/officeDocument/2006/relationships/image" Target="/ppt/media/image47.png" Id="R1b61b27ba6094049" /><Relationship Type="http://schemas.openxmlformats.org/officeDocument/2006/relationships/tags" Target="/ppt/slides/tags/tag62.xml" Id="R49d9cbfa8ab44d16" /><Relationship Type="http://schemas.openxmlformats.org/officeDocument/2006/relationships/notesSlide" Target="/ppt/notesSlides/notesSlide43.xml" Id="R2e9bea70eef54972" /><Relationship Type="http://schemas.openxmlformats.org/officeDocument/2006/relationships/slideLayout" Target="/ppt/slideLayouts/slideLayout4.xml" Id="Rb35ed6e5735345ed" /></Relationships>
</file>

<file path=ppt/slides/_rels/slide92.xml.rels>&#65279;<?xml version="1.0" encoding="utf-8"?><Relationships xmlns="http://schemas.openxmlformats.org/package/2006/relationships"><Relationship Type="http://schemas.openxmlformats.org/officeDocument/2006/relationships/slideLayout" Target="/ppt/slideLayouts/slideLayout5.xml" Id="R87f84afe3f7b42ce"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f49d7cb4a7e24821" /></Relationships>
</file>

<file path=ppt/slides/_rels/slide94.xml.rels>&#65279;<?xml version="1.0" encoding="utf-8"?><Relationships xmlns="http://schemas.openxmlformats.org/package/2006/relationships"><Relationship Type="http://schemas.openxmlformats.org/officeDocument/2006/relationships/slideLayout" Target="/ppt/slideLayouts/slideLayout2.xml" Id="R278af1150f5040d3" /></Relationships>
</file>

<file path=ppt/slides/_rels/slide95.xml.rels>&#65279;<?xml version="1.0" encoding="utf-8"?><Relationships xmlns="http://schemas.openxmlformats.org/package/2006/relationships"><Relationship Type="http://schemas.openxmlformats.org/officeDocument/2006/relationships/image" Target="/ppt/media/image4.emf" Id="Rc29c119b10cb4429" /><Relationship Type="http://schemas.openxmlformats.org/officeDocument/2006/relationships/tags" Target="/ppt/slides/tags/tag63.xml" Id="Rddc8f5b69c084465" /><Relationship Type="http://schemas.openxmlformats.org/officeDocument/2006/relationships/notesSlide" Target="/ppt/notesSlides/notesSlide44.xml" Id="Rbf5e1b04f7e74ec8" /><Relationship Type="http://schemas.openxmlformats.org/officeDocument/2006/relationships/slideLayout" Target="/ppt/slideLayouts/slideLayout4.xml" Id="R5f4a7d09eed745bc" /></Relationships>
</file>

<file path=ppt/slides/_rels/slide96.xml.rels>&#65279;<?xml version="1.0" encoding="utf-8"?><Relationships xmlns="http://schemas.openxmlformats.org/package/2006/relationships"><Relationship Type="http://schemas.openxmlformats.org/officeDocument/2006/relationships/image" Target="/ppt/media/image5.emf" Id="Rc4b106d3adc44bb1" /><Relationship Type="http://schemas.openxmlformats.org/officeDocument/2006/relationships/image" Target="/ppt/media/image6.emf" Id="Rfd615c7ded7543bb" /><Relationship Type="http://schemas.openxmlformats.org/officeDocument/2006/relationships/oleObject" Target="/ppt/slides/embeddings/embeddedObject9.bin" Id="Rf014179cf51c4031" /><Relationship Type="http://schemas.openxmlformats.org/officeDocument/2006/relationships/oleObject" Target="/ppt/slides/embeddings/embeddedObject10.bin" Id="R4c5c4575cfd54744" /><Relationship Type="http://schemas.openxmlformats.org/officeDocument/2006/relationships/oleObject" Target="/ppt/slides/embeddings/embeddedObject11.bin" Id="R233717d183f3468d" /><Relationship Type="http://schemas.openxmlformats.org/officeDocument/2006/relationships/oleObject" Target="/ppt/slides/embeddings/embeddedObject12.bin" Id="Rd637d3f4c84540e0" /><Relationship Type="http://schemas.openxmlformats.org/officeDocument/2006/relationships/tags" Target="/ppt/slides/tags/tag64.xml" Id="Rf3f1e0aaf67d4b41" /><Relationship Type="http://schemas.openxmlformats.org/officeDocument/2006/relationships/notesSlide" Target="/ppt/notesSlides/notesSlide45.xml" Id="R6e3747c923cb4b1c" /><Relationship Type="http://schemas.openxmlformats.org/officeDocument/2006/relationships/slideLayout" Target="/ppt/slideLayouts/slideLayout4.xml" Id="Rcd1746f914034c70" /></Relationships>
</file>

<file path=ppt/slides/_rels/slide97.xml.rels>&#65279;<?xml version="1.0" encoding="utf-8"?><Relationships xmlns="http://schemas.openxmlformats.org/package/2006/relationships"><Relationship Type="http://schemas.openxmlformats.org/officeDocument/2006/relationships/image" Target="/ppt/media/image7.emf" Id="R5de2a67f31f54cd3" /><Relationship Type="http://schemas.openxmlformats.org/officeDocument/2006/relationships/image" Target="/ppt/media/image8.emf" Id="R662d89db3d0e40ca" /><Relationship Type="http://schemas.openxmlformats.org/officeDocument/2006/relationships/oleObject" Target="/ppt/slides/embeddings/embeddedObject13.bin" Id="R541776d012db472c" /><Relationship Type="http://schemas.openxmlformats.org/officeDocument/2006/relationships/oleObject" Target="/ppt/slides/embeddings/embeddedObject14.bin" Id="R05563434ea7440d2" /><Relationship Type="http://schemas.openxmlformats.org/officeDocument/2006/relationships/oleObject" Target="/ppt/slides/embeddings/embeddedObject15.bin" Id="R7feb5d1e97a84aab" /><Relationship Type="http://schemas.openxmlformats.org/officeDocument/2006/relationships/oleObject" Target="/ppt/slides/embeddings/embeddedObject16.bin" Id="Rf2bfa014332b499f" /><Relationship Type="http://schemas.openxmlformats.org/officeDocument/2006/relationships/tags" Target="/ppt/slides/tags/tag65.xml" Id="R5976de909c7e422c" /><Relationship Type="http://schemas.openxmlformats.org/officeDocument/2006/relationships/notesSlide" Target="/ppt/notesSlides/notesSlide46.xml" Id="R3beae43a38474d8a" /><Relationship Type="http://schemas.openxmlformats.org/officeDocument/2006/relationships/slideLayout" Target="/ppt/slideLayouts/slideLayout4.xml" Id="R677cb80b04514785" /></Relationships>
</file>

<file path=ppt/slides/_rels/slide98.xml.rels>&#65279;<?xml version="1.0" encoding="utf-8"?><Relationships xmlns="http://schemas.openxmlformats.org/package/2006/relationships"><Relationship Type="http://schemas.openxmlformats.org/officeDocument/2006/relationships/slideLayout" Target="/ppt/slideLayouts/slideLayout5.xml" Id="R9650cd629d224e49"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728d3657cadf4c9f"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2.xml" Id="R3183c6bf4e814710" /></Relationships>
</file>

<file path=ppt/slides/_rels/slide101.xml.rels>&#65279;<?xml version="1.0" encoding="utf-8"?><Relationships xmlns="http://schemas.openxmlformats.org/package/2006/relationships"><Relationship Type="http://schemas.openxmlformats.org/officeDocument/2006/relationships/tags" Target="/ppt/slides/tags/tag66.xml" Id="R2545de5e9a194218" /><Relationship Type="http://schemas.openxmlformats.org/officeDocument/2006/relationships/notesSlide" Target="/ppt/notesSlides/notesSlide47.xml" Id="Rbc52edb5236b4e31" /><Relationship Type="http://schemas.openxmlformats.org/officeDocument/2006/relationships/slideLayout" Target="/ppt/slideLayouts/slideLayout4.xml" Id="R839e6974e6ed4271" /></Relationships>
</file>

<file path=ppt/slides/_rels/slide102.xml.rels>&#65279;<?xml version="1.0" encoding="utf-8"?><Relationships xmlns="http://schemas.openxmlformats.org/package/2006/relationships"><Relationship Type="http://schemas.openxmlformats.org/officeDocument/2006/relationships/image" Target="/ppt/media/image48.png" Id="R124ec4feae0c4ba7" /><Relationship Type="http://schemas.openxmlformats.org/officeDocument/2006/relationships/tags" Target="/ppt/slides/tags/tag67.xml" Id="R126fec2b3ed24403" /><Relationship Type="http://schemas.openxmlformats.org/officeDocument/2006/relationships/notesSlide" Target="/ppt/notesSlides/notesSlide48.xml" Id="Rf0cbb022d24a42cf" /><Relationship Type="http://schemas.openxmlformats.org/officeDocument/2006/relationships/slideLayout" Target="/ppt/slideLayouts/slideLayout4.xml" Id="R99d0e372e6c84769" /></Relationships>
</file>

<file path=ppt/slides/_rels/slide103.xml.rels>&#65279;<?xml version="1.0" encoding="utf-8"?><Relationships xmlns="http://schemas.openxmlformats.org/package/2006/relationships"><Relationship Type="http://schemas.openxmlformats.org/officeDocument/2006/relationships/image" Target="/ppt/media/image49.png" Id="R9724bb89d03840e4" /><Relationship Type="http://schemas.openxmlformats.org/officeDocument/2006/relationships/tags" Target="/ppt/slides/tags/tag68.xml" Id="Rd0e97306be8e48d5" /><Relationship Type="http://schemas.openxmlformats.org/officeDocument/2006/relationships/notesSlide" Target="/ppt/notesSlides/notesSlide49.xml" Id="Re2bf90ded9444672" /><Relationship Type="http://schemas.openxmlformats.org/officeDocument/2006/relationships/slideLayout" Target="/ppt/slideLayouts/slideLayout4.xml" Id="Ra44c9460b9464b20" /></Relationships>
</file>

<file path=ppt/slides/_rels/slide104.xml.rels>&#65279;<?xml version="1.0" encoding="utf-8"?><Relationships xmlns="http://schemas.openxmlformats.org/package/2006/relationships"><Relationship Type="http://schemas.openxmlformats.org/officeDocument/2006/relationships/image" Target="/ppt/media/image50.png" Id="R56dafbbfbeae48f8" /><Relationship Type="http://schemas.openxmlformats.org/officeDocument/2006/relationships/tags" Target="/ppt/slides/tags/tag69.xml" Id="R4bfc7476dbb04e17" /><Relationship Type="http://schemas.openxmlformats.org/officeDocument/2006/relationships/notesSlide" Target="/ppt/notesSlides/notesSlide50.xml" Id="Ra4dfc5be03244fa0" /><Relationship Type="http://schemas.openxmlformats.org/officeDocument/2006/relationships/slideLayout" Target="/ppt/slideLayouts/slideLayout4.xml" Id="Rcbb97ce20c6844fd" /></Relationships>
</file>

<file path=ppt/slides/_rels/slide105.xml.rels>&#65279;<?xml version="1.0" encoding="utf-8"?><Relationships xmlns="http://schemas.openxmlformats.org/package/2006/relationships"><Relationship Type="http://schemas.openxmlformats.org/officeDocument/2006/relationships/tags" Target="/ppt/slides/tags/tag70.xml" Id="R5fc4064923154bd6" /><Relationship Type="http://schemas.openxmlformats.org/officeDocument/2006/relationships/slideLayout" Target="/ppt/slideLayouts/slideLayout4.xml" Id="R01424ad86d8a4dc4" /></Relationships>
</file>

<file path=ppt/slides/_rels/slide106.xml.rels>&#65279;<?xml version="1.0" encoding="utf-8"?><Relationships xmlns="http://schemas.openxmlformats.org/package/2006/relationships"><Relationship Type="http://schemas.openxmlformats.org/officeDocument/2006/relationships/tags" Target="/ppt/slides/tags/tag71.xml" Id="R4ea43f6c101b49cf" /><Relationship Type="http://schemas.openxmlformats.org/officeDocument/2006/relationships/slideLayout" Target="/ppt/slideLayouts/slideLayout4.xml" Id="R59399bf5262d45b0" /></Relationships>
</file>

<file path=ppt/slides/_rels/slide107.xml.rels>&#65279;<?xml version="1.0" encoding="utf-8"?><Relationships xmlns="http://schemas.openxmlformats.org/package/2006/relationships"><Relationship Type="http://schemas.openxmlformats.org/officeDocument/2006/relationships/tags" Target="/ppt/slides/tags/tag72.xml" Id="R8cb2ca8c4cee4516" /><Relationship Type="http://schemas.openxmlformats.org/officeDocument/2006/relationships/slideLayout" Target="/ppt/slideLayouts/slideLayout4.xml" Id="Rb8b726fb313a4525"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5.xml" Id="R657114613dcd47a6"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 y="2004207"/>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03478" y="2256535"/>
            <a:ext cx="7887578" cy="630942"/>
          </a:xfrm>
          <a:prstGeom prst="rect">
            <a:avLst/>
          </a:prstGeom>
        </p:spPr>
        <p:txBody>
          <a:bodyPr wrap="square">
            <a:spAutoFit/>
          </a:bodyPr>
          <a:lstStyle/>
          <a:p>
            <a:pPr algn="ctr"/>
            <a:r>
              <a:rPr lang="en-US" sz="3500" b="1" dirty="0">
                <a:solidFill>
                  <a:schemeClr val="bg1"/>
                </a:solidFill>
                <a:latin typeface="+mj-lt"/>
                <a:ea typeface="Calibri" panose="020F0502020204030204" pitchFamily="34" charset="0"/>
                <a:cs typeface="Times New Roman" panose="02020603050405020304" pitchFamily="18" charset="0"/>
              </a:rPr>
              <a:t>DIODE AND TRANSISTORS</a:t>
            </a:r>
          </a:p>
        </p:txBody>
      </p:sp>
      <p:sp>
        <p:nvSpPr>
          <p:cNvPr id="7" name="Rectangle 6"/>
          <p:cNvSpPr/>
          <p:nvPr/>
        </p:nvSpPr>
        <p:spPr>
          <a:xfrm>
            <a:off x="342741" y="5601409"/>
            <a:ext cx="3832829" cy="984885"/>
          </a:xfrm>
          <a:prstGeom prst="rect">
            <a:avLst/>
          </a:prstGeom>
        </p:spPr>
        <p:txBody>
          <a:bodyPr wrap="square">
            <a:spAutoFit/>
          </a:bodyPr>
          <a:lstStyle/>
          <a:p>
            <a:r>
              <a:rPr lang="en-US" sz="2200" b="1" dirty="0">
                <a:ea typeface="Calibri" panose="020F0502020204030204" pitchFamily="34" charset="0"/>
                <a:cs typeface="Times New Roman" panose="02020603050405020304" pitchFamily="18" charset="0"/>
              </a:rPr>
              <a:t>Dr. Shubhrajyoti Kundu</a:t>
            </a:r>
            <a:br>
              <a:rPr lang="en-US" sz="1058" b="1" dirty="0">
                <a:ea typeface="Calibri" panose="020F0502020204030204" pitchFamily="34" charset="0"/>
                <a:cs typeface="Times New Roman" panose="02020603050405020304" pitchFamily="18" charset="0"/>
              </a:rPr>
            </a:br>
            <a:r>
              <a:rPr lang="en-US" b="1" dirty="0">
                <a:ea typeface="Calibri" panose="020F0502020204030204" pitchFamily="34" charset="0"/>
                <a:cs typeface="Times New Roman" panose="02020603050405020304" pitchFamily="18" charset="0"/>
              </a:rPr>
              <a:t>Assistant Professor</a:t>
            </a:r>
            <a:endParaRPr lang="en-US" dirty="0">
              <a:ea typeface="Calibri" panose="020F0502020204030204" pitchFamily="34" charset="0"/>
              <a:cs typeface="Times New Roman" panose="02020603050405020304" pitchFamily="18" charset="0"/>
            </a:endParaRPr>
          </a:p>
          <a:p>
            <a:r>
              <a:rPr lang="en-US" b="1" dirty="0">
                <a:ea typeface="Calibri" panose="020F0502020204030204" pitchFamily="34" charset="0"/>
                <a:cs typeface="Times New Roman" panose="02020603050405020304" pitchFamily="18" charset="0"/>
              </a:rPr>
              <a:t>Electrical Engineering</a:t>
            </a:r>
            <a:endParaRPr lang="en-US"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6123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31076" y="1778284"/>
            <a:ext cx="6074228" cy="6001643"/>
          </a:xfrm>
          <a:prstGeom prst="rect">
            <a:avLst/>
          </a:prstGeom>
          <a:noFill/>
        </p:spPr>
        <p:txBody>
          <a:bodyPr wrap="square">
            <a:spAutoFit/>
          </a:bodyPr>
          <a:lstStyle/>
          <a:p>
            <a:r>
              <a:rPr lang="en-US" sz="2400" b="1" dirty="0">
                <a:solidFill>
                  <a:schemeClr val="bg1"/>
                </a:solidFill>
              </a:rPr>
              <a:t>Content </a:t>
            </a:r>
          </a:p>
          <a:p>
            <a:endParaRPr lang="en-US" dirty="0"/>
          </a:p>
          <a:p>
            <a:pPr marL="342900" indent="-342900" algn="just">
              <a:buAutoNum type="arabicPeriod"/>
            </a:pPr>
            <a:r>
              <a:rPr lang="en-US" sz="2200" dirty="0"/>
              <a:t>Diode                                                                  1    </a:t>
            </a:r>
          </a:p>
          <a:p>
            <a:pPr marL="342900" indent="-342900">
              <a:buAutoNum type="arabicPeriod"/>
            </a:pPr>
            <a:endParaRPr lang="en-US" sz="2200" dirty="0"/>
          </a:p>
          <a:p>
            <a:pPr marL="342900" indent="-342900">
              <a:buAutoNum type="arabicPeriod"/>
            </a:pPr>
            <a:r>
              <a:rPr lang="en-US" sz="2200" dirty="0"/>
              <a:t>Introduction to Ideal Diode                            2</a:t>
            </a:r>
          </a:p>
          <a:p>
            <a:pPr marL="342900" indent="-342900">
              <a:buAutoNum type="arabicPeriod"/>
            </a:pPr>
            <a:endParaRPr lang="en-US" sz="2200" dirty="0"/>
          </a:p>
          <a:p>
            <a:pPr marL="342900" indent="-342900">
              <a:buAutoNum type="arabicPeriod"/>
            </a:pPr>
            <a:r>
              <a:rPr lang="en-US" sz="2200" dirty="0"/>
              <a:t>Effect of temperature on Ideal Diode           3</a:t>
            </a:r>
          </a:p>
          <a:p>
            <a:pPr marL="342900" indent="-342900">
              <a:buAutoNum type="arabicPeriod"/>
            </a:pPr>
            <a:endParaRPr lang="en-US" sz="2200" dirty="0"/>
          </a:p>
          <a:p>
            <a:pPr marL="342900" indent="-342900">
              <a:buAutoNum type="arabicPeriod"/>
            </a:pPr>
            <a:r>
              <a:rPr lang="en-US" sz="2200" dirty="0"/>
              <a:t>Unbiased diode                                                 4</a:t>
            </a:r>
          </a:p>
          <a:p>
            <a:pPr marL="342900" indent="-342900">
              <a:buAutoNum type="arabicPeriod"/>
            </a:pPr>
            <a:endParaRPr lang="en-US" sz="2200" dirty="0"/>
          </a:p>
          <a:p>
            <a:pPr marL="342900" indent="-342900">
              <a:buAutoNum type="arabicPeriod"/>
            </a:pPr>
            <a:r>
              <a:rPr lang="en-US" sz="2200" dirty="0"/>
              <a:t>Forward and Reverse Bias                               5</a:t>
            </a:r>
          </a:p>
          <a:p>
            <a:pPr marL="342900" indent="-342900">
              <a:buAutoNum type="arabicPeriod"/>
            </a:pPr>
            <a:endParaRPr lang="en-US" sz="2200" dirty="0"/>
          </a:p>
          <a:p>
            <a:pPr marL="342900" indent="-342900">
              <a:buAutoNum type="arabicPeriod"/>
            </a:pPr>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278835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841BF07-270E-3FC8-75B1-2D53AB4B9C7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87C92C2-B651-7FFD-9561-0A51282EC520}"/>
              </a:ext>
            </a:extLst>
          </p:cNvPr>
          <p:cNvSpPr>
            <a:spLocks noChangeArrowheads="1"/>
          </p:cNvSpPr>
          <p:nvPr>
            <p:custDataLst>
              <p:tags r:id="R61e25b5c5fb14bea"/>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Font typeface="Arial" panose="020B0604020202020204" pitchFamily="34" charset="0"/>
              <a:buNone/>
            </a:pPr>
            <a:r>
              <a:rPr lang="en-IN" altLang="en-US" sz="2800" b="1" dirty="0">
                <a:solidFill>
                  <a:schemeClr val="bg1"/>
                </a:solidFill>
                <a:latin typeface="Times New Roman" panose="02020603050405020304" pitchFamily="18" charset="0"/>
                <a:cs typeface="Calibri" panose="020F0502020204030204" pitchFamily="34" charset="0"/>
              </a:rPr>
              <a:t> </a:t>
            </a:r>
            <a:r>
              <a:rPr lang="en-IN" altLang="en-US" sz="2400" b="1" dirty="0">
                <a:solidFill>
                  <a:schemeClr val="bg1"/>
                </a:solidFill>
                <a:latin typeface="+mj-lt"/>
                <a:cs typeface="Calibri" panose="020F0502020204030204" pitchFamily="34" charset="0"/>
              </a:rPr>
              <a:t>DIODE</a:t>
            </a:r>
            <a:endParaRPr lang="en-IN" altLang="en-US" sz="2400" dirty="0">
              <a:solidFill>
                <a:schemeClr val="bg1"/>
              </a:solidFill>
              <a:latin typeface="+mj-lt"/>
              <a:cs typeface="Times New Roman" panose="02020603050405020304" pitchFamily="18" charset="0"/>
            </a:endParaRPr>
          </a:p>
        </p:txBody>
      </p:sp>
      <p:sp>
        <p:nvSpPr>
          <p:cNvPr id="5" name="TextBox 4">
            <a:extLst>
              <a:ext uri="{FF2B5EF4-FFF2-40B4-BE49-F238E27FC236}">
                <a16:creationId xmlns:a16="http://schemas.microsoft.com/office/drawing/2014/main" id="{3877ABAD-0E75-0C03-1886-BFA70B4C509B}"/>
              </a:ext>
            </a:extLst>
          </p:cNvPr>
          <p:cNvSpPr txBox="1"/>
          <p:nvPr/>
        </p:nvSpPr>
        <p:spPr>
          <a:xfrm>
            <a:off x="811658" y="2119452"/>
            <a:ext cx="7274104" cy="1567609"/>
          </a:xfrm>
          <a:prstGeom prst="rect">
            <a:avLst/>
          </a:prstGeom>
          <a:noFill/>
        </p:spPr>
        <p:txBody>
          <a:bodyPr wrap="square">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solidFill>
                  <a:srgbClr val="0070C0"/>
                </a:solidFill>
                <a:effectLst/>
                <a:uLnTx/>
                <a:uFillTx/>
                <a:ea typeface="+mn-ea"/>
                <a:cs typeface="+mn-cs"/>
              </a:rPr>
              <a:t>A nonlinear device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solidFill>
                  <a:srgbClr val="0070C0"/>
                </a:solidFill>
                <a:effectLst/>
                <a:uLnTx/>
                <a:uFillTx/>
                <a:ea typeface="+mn-ea"/>
                <a:cs typeface="+mn-cs"/>
              </a:rPr>
              <a:t>The graph of current vs. voltage is </a:t>
            </a:r>
            <a:r>
              <a:rPr kumimoji="0" lang="en-US" altLang="en-US" sz="2200" i="0" u="sng" strike="noStrike" kern="1200" cap="none" spc="0" normalizeH="0" baseline="0" noProof="0" dirty="0">
                <a:ln>
                  <a:noFill/>
                </a:ln>
                <a:solidFill>
                  <a:srgbClr val="0070C0"/>
                </a:solidFill>
                <a:effectLst/>
                <a:uLnTx/>
                <a:uFillTx/>
                <a:ea typeface="+mn-ea"/>
                <a:cs typeface="+mn-cs"/>
              </a:rPr>
              <a:t>not</a:t>
            </a:r>
            <a:r>
              <a:rPr kumimoji="0" lang="en-US" altLang="en-US" sz="2200" i="0" u="none" strike="noStrike" kern="1200" cap="none" spc="0" normalizeH="0" baseline="0" noProof="0" dirty="0">
                <a:ln>
                  <a:noFill/>
                </a:ln>
                <a:solidFill>
                  <a:srgbClr val="0070C0"/>
                </a:solidFill>
                <a:effectLst/>
                <a:uLnTx/>
                <a:uFillTx/>
                <a:ea typeface="+mn-ea"/>
                <a:cs typeface="+mn-cs"/>
              </a:rPr>
              <a:t> a straight line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solidFill>
                  <a:srgbClr val="0070C0"/>
                </a:solidFill>
                <a:effectLst/>
                <a:uLnTx/>
                <a:uFillTx/>
                <a:ea typeface="+mn-ea"/>
                <a:cs typeface="+mn-cs"/>
              </a:rPr>
              <a:t>The diode voltage must exceed the barrier voltage to conduct</a:t>
            </a:r>
          </a:p>
        </p:txBody>
      </p:sp>
    </p:spTree>
    <p:extLst>
      <p:ext uri="{BB962C8B-B14F-4D97-AF65-F5344CB8AC3E}">
        <p14:creationId xmlns:p14="http://schemas.microsoft.com/office/powerpoint/2010/main" val="3465981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7D253-7D00-97B5-95E9-E558DBAEC8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E45A01-8120-B0F5-006B-B7115314C76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B990BEA-4022-F945-E26B-AC91871E7F8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71F973A-4C88-E8FE-17D5-AC415D0912A8}"/>
              </a:ext>
            </a:extLst>
          </p:cNvPr>
          <p:cNvSpPr>
            <a:spLocks noChangeArrowheads="1"/>
          </p:cNvSpPr>
          <p:nvPr>
            <p:custDataLst>
              <p:tags r:id="R6015335989c94571"/>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altLang="en-US" sz="2400" b="1" dirty="0">
                <a:solidFill>
                  <a:schemeClr val="bg1"/>
                </a:solidFill>
                <a:latin typeface="+mj-lt"/>
                <a:cs typeface="Calibri" panose="020F0502020204030204" pitchFamily="34" charset="0"/>
              </a:rPr>
              <a:t>Introduction to Ideal Diode</a:t>
            </a:r>
          </a:p>
        </p:txBody>
      </p:sp>
      <p:sp>
        <p:nvSpPr>
          <p:cNvPr id="5" name="TextBox 4">
            <a:extLst>
              <a:ext uri="{FF2B5EF4-FFF2-40B4-BE49-F238E27FC236}">
                <a16:creationId xmlns:a16="http://schemas.microsoft.com/office/drawing/2014/main" id="{3789FB6D-7E04-4DD7-7D98-3B13A009BE44}"/>
              </a:ext>
            </a:extLst>
          </p:cNvPr>
          <p:cNvSpPr txBox="1"/>
          <p:nvPr/>
        </p:nvSpPr>
        <p:spPr>
          <a:xfrm>
            <a:off x="811658" y="2119452"/>
            <a:ext cx="7274104" cy="701731"/>
          </a:xfrm>
          <a:prstGeom prst="rect">
            <a:avLst/>
          </a:prstGeom>
          <a:noFill/>
        </p:spPr>
        <p:txBody>
          <a:bodyPr wrap="square">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200" i="0" u="none" strike="noStrike" kern="1200" cap="none" spc="0" normalizeH="0" baseline="0" noProof="0" dirty="0">
                <a:ln>
                  <a:noFill/>
                </a:ln>
                <a:solidFill>
                  <a:srgbClr val="0070C0"/>
                </a:solidFill>
                <a:effectLst/>
                <a:uLnTx/>
                <a:uFillTx/>
                <a:ea typeface="+mn-ea"/>
                <a:cs typeface="+mn-cs"/>
              </a:rPr>
              <a:t>The ideal diode acts as a short circuit for forward currents and as an open circuit with reverse voltage applied.</a:t>
            </a:r>
          </a:p>
        </p:txBody>
      </p:sp>
      <p:pic>
        <p:nvPicPr>
          <p:cNvPr id="3" name="Picture 2">
            <a:extLst>
              <a:ext uri="{FF2B5EF4-FFF2-40B4-BE49-F238E27FC236}">
                <a16:creationId xmlns:a16="http://schemas.microsoft.com/office/drawing/2014/main" id="{20B69165-243F-C713-836E-078142292B9C}"/>
              </a:ext>
            </a:extLst>
          </p:cNvPr>
          <p:cNvPicPr>
            <a:picLocks noChangeAspect="1"/>
          </p:cNvPicPr>
          <p:nvPr/>
        </p:nvPicPr>
        <p:blipFill>
          <a:blip r:embed="R2b6be8b4d9504d47"/>
          <a:stretch>
            <a:fillRect/>
          </a:stretch>
        </p:blipFill>
        <p:spPr>
          <a:xfrm>
            <a:off x="2542854" y="3482821"/>
            <a:ext cx="3811712" cy="2442479"/>
          </a:xfrm>
          <a:prstGeom prst="rect">
            <a:avLst/>
          </a:prstGeom>
        </p:spPr>
      </p:pic>
    </p:spTree>
    <p:extLst>
      <p:ext uri="{BB962C8B-B14F-4D97-AF65-F5344CB8AC3E}">
        <p14:creationId xmlns:p14="http://schemas.microsoft.com/office/powerpoint/2010/main" val="1071091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E359E-7012-07A1-50DA-255C6FA788F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56061E4-228D-C1FC-8530-CEA9B9D76FB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171DC1CB-330E-B0F8-FCB9-01E46EEED0A5}"/>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85916653-3607-4B54-506B-1AACE1C5239E}"/>
              </a:ext>
            </a:extLst>
          </p:cNvPr>
          <p:cNvSpPr>
            <a:spLocks noChangeArrowheads="1"/>
          </p:cNvSpPr>
          <p:nvPr>
            <p:custDataLst>
              <p:tags r:id="Rb2d66595a4b44ac0"/>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US" altLang="en-US" sz="2400" b="1" dirty="0">
                <a:solidFill>
                  <a:schemeClr val="bg1"/>
                </a:solidFill>
                <a:latin typeface="+mj-lt"/>
                <a:cs typeface="Calibri" panose="020F0502020204030204" pitchFamily="34" charset="0"/>
              </a:rPr>
              <a:t>Effect of Temperature on Ideal Diode</a:t>
            </a:r>
          </a:p>
        </p:txBody>
      </p:sp>
      <p:sp>
        <p:nvSpPr>
          <p:cNvPr id="5" name="TextBox 4">
            <a:extLst>
              <a:ext uri="{FF2B5EF4-FFF2-40B4-BE49-F238E27FC236}">
                <a16:creationId xmlns:a16="http://schemas.microsoft.com/office/drawing/2014/main" id="{4B685A7A-AA40-A798-4F1A-025336853CCC}"/>
              </a:ext>
            </a:extLst>
          </p:cNvPr>
          <p:cNvSpPr txBox="1"/>
          <p:nvPr/>
        </p:nvSpPr>
        <p:spPr>
          <a:xfrm>
            <a:off x="811658" y="2119452"/>
            <a:ext cx="7428216" cy="1595309"/>
          </a:xfrm>
          <a:prstGeom prst="rect">
            <a:avLst/>
          </a:prstGeom>
          <a:noFill/>
        </p:spPr>
        <p:txBody>
          <a:bodyPr wrap="square">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i="0" u="none" strike="noStrike" kern="1200" cap="none" spc="0" normalizeH="0" baseline="0" noProof="0" dirty="0">
                <a:ln>
                  <a:noFill/>
                </a:ln>
                <a:solidFill>
                  <a:srgbClr val="0070C0"/>
                </a:solidFill>
                <a:effectLst/>
                <a:uLnTx/>
                <a:uFillTx/>
                <a:latin typeface="Calibri" panose="020F0502020204030204"/>
                <a:ea typeface="+mn-ea"/>
                <a:cs typeface="+mn-cs"/>
              </a:rPr>
              <a:t>The current that a PN junction diode can conduct at a given voltage is dependent upon the operating temperature.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i="0" u="none" strike="noStrike" kern="1200" cap="none" spc="0" normalizeH="0" baseline="0" noProof="0" dirty="0">
                <a:ln>
                  <a:noFill/>
                </a:ln>
                <a:solidFill>
                  <a:srgbClr val="0070C0"/>
                </a:solidFill>
                <a:effectLst/>
                <a:uLnTx/>
                <a:uFillTx/>
                <a:latin typeface="Calibri" panose="020F0502020204030204"/>
                <a:ea typeface="+mn-ea"/>
                <a:cs typeface="+mn-cs"/>
              </a:rPr>
              <a:t>An Increased temperature will result in a large number of broken covalent bonds increasing the large number of majority and minority carriers.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i="0" u="none" strike="noStrike" kern="1200" cap="none" spc="0" normalizeH="0" baseline="0" noProof="0" dirty="0">
                <a:ln>
                  <a:noFill/>
                </a:ln>
                <a:solidFill>
                  <a:srgbClr val="0070C0"/>
                </a:solidFill>
                <a:effectLst/>
                <a:uLnTx/>
                <a:uFillTx/>
                <a:latin typeface="Calibri" panose="020F0502020204030204"/>
                <a:ea typeface="+mn-ea"/>
                <a:cs typeface="+mn-cs"/>
              </a:rPr>
              <a:t>Diode current larger than its previous diode current.</a:t>
            </a:r>
          </a:p>
        </p:txBody>
      </p:sp>
      <p:pic>
        <p:nvPicPr>
          <p:cNvPr id="6" name="Picture 5">
            <a:extLst>
              <a:ext uri="{FF2B5EF4-FFF2-40B4-BE49-F238E27FC236}">
                <a16:creationId xmlns:a16="http://schemas.microsoft.com/office/drawing/2014/main" id="{637622C6-ADA3-8DE2-CA43-6082352AF946}"/>
              </a:ext>
            </a:extLst>
          </p:cNvPr>
          <p:cNvPicPr>
            <a:picLocks noChangeAspect="1" noChangeArrowheads="1"/>
          </p:cNvPicPr>
          <p:nvPr/>
        </p:nvPicPr>
        <p:blipFill>
          <a:blip r:embed="Rbf03f5c7f96b4005">
            <a:extLst>
              <a:ext uri="{28A0092B-C50C-407E-A947-70E740481C1C}">
                <a14:useLocalDpi xmlns:a14="http://schemas.microsoft.com/office/drawing/2010/main" val="0"/>
              </a:ext>
            </a:extLst>
          </a:blip>
          <a:srcRect b="10390"/>
          <a:stretch>
            <a:fillRect/>
          </a:stretch>
        </p:blipFill>
        <p:spPr bwMode="auto">
          <a:xfrm>
            <a:off x="3308278" y="4099387"/>
            <a:ext cx="3415586" cy="2151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7963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76D43-15E8-347D-9149-9C447A16BB2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1307B5A-7492-BEF4-7BC1-6CC7BE9256DE}"/>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5856E61-737E-212D-C64B-BE99869EB201}"/>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ACD09761-CE9A-8565-232A-52947E10D317}"/>
              </a:ext>
            </a:extLst>
          </p:cNvPr>
          <p:cNvSpPr>
            <a:spLocks noChangeArrowheads="1"/>
          </p:cNvSpPr>
          <p:nvPr>
            <p:custDataLst>
              <p:tags r:id="R9c5e042ff42841fe"/>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altLang="en-US" sz="2400" b="1" dirty="0">
                <a:solidFill>
                  <a:schemeClr val="bg1"/>
                </a:solidFill>
                <a:latin typeface="+mj-lt"/>
                <a:cs typeface="Calibri" panose="020F0502020204030204" pitchFamily="34" charset="0"/>
              </a:rPr>
              <a:t>UNBIASED DIODE</a:t>
            </a:r>
            <a:endParaRPr lang="en-IN" altLang="en-US" sz="2400" dirty="0">
              <a:solidFill>
                <a:schemeClr val="bg1"/>
              </a:solidFill>
              <a:latin typeface="+mj-lt"/>
              <a:cs typeface="Times New Roman" panose="02020603050405020304" pitchFamily="18" charset="0"/>
            </a:endParaRPr>
          </a:p>
        </p:txBody>
      </p:sp>
      <p:pic>
        <p:nvPicPr>
          <p:cNvPr id="3" name="Picture 1">
            <a:extLst>
              <a:ext uri="{FF2B5EF4-FFF2-40B4-BE49-F238E27FC236}">
                <a16:creationId xmlns:a16="http://schemas.microsoft.com/office/drawing/2014/main" id="{5992E1DE-059B-5A31-552B-D119C459CBDE}"/>
              </a:ext>
            </a:extLst>
          </p:cNvPr>
          <p:cNvPicPr>
            <a:picLocks noChangeAspect="1" noChangeArrowheads="1"/>
          </p:cNvPicPr>
          <p:nvPr/>
        </p:nvPicPr>
        <p:blipFill>
          <a:blip r:embed="Ra699cd365bc64b08">
            <a:extLst>
              <a:ext uri="{28A0092B-C50C-407E-A947-70E740481C1C}">
                <a14:useLocalDpi xmlns:a14="http://schemas.microsoft.com/office/drawing/2010/main" val="0"/>
              </a:ext>
            </a:extLst>
          </a:blip>
          <a:srcRect b="14906"/>
          <a:stretch>
            <a:fillRect/>
          </a:stretch>
        </p:blipFill>
        <p:spPr bwMode="auto">
          <a:xfrm>
            <a:off x="695325" y="2765425"/>
            <a:ext cx="7753350" cy="326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3448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52817-54CD-4581-73C6-1259510E3B0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0BE6DE4-F5E2-E38F-008F-1A271BB87BB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65F8F2AA-DF52-7667-9E41-B05683FA4466}"/>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E5B915A8-A7C7-426A-267A-1FC183455D7A}"/>
              </a:ext>
            </a:extLst>
          </p:cNvPr>
          <p:cNvSpPr>
            <a:spLocks noChangeArrowheads="1"/>
          </p:cNvSpPr>
          <p:nvPr>
            <p:custDataLst>
              <p:tags r:id="R7a9b8ec78d954243"/>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buNone/>
            </a:pPr>
            <a:r>
              <a:rPr lang="en-IN" altLang="en-US" sz="2400" dirty="0">
                <a:solidFill>
                  <a:schemeClr val="bg1"/>
                </a:solidFill>
                <a:latin typeface="+mj-lt"/>
                <a:cs typeface="Times New Roman" panose="02020603050405020304" pitchFamily="18" charset="0"/>
              </a:rPr>
              <a:t>Forward bias</a:t>
            </a:r>
          </a:p>
        </p:txBody>
      </p:sp>
      <p:grpSp>
        <p:nvGrpSpPr>
          <p:cNvPr id="5" name="Group 2">
            <a:extLst>
              <a:ext uri="{FF2B5EF4-FFF2-40B4-BE49-F238E27FC236}">
                <a16:creationId xmlns:a16="http://schemas.microsoft.com/office/drawing/2014/main" id="{C23E08DD-D386-430D-1B06-299E75667C7A}"/>
              </a:ext>
            </a:extLst>
          </p:cNvPr>
          <p:cNvGrpSpPr>
            <a:grpSpLocks/>
          </p:cNvGrpSpPr>
          <p:nvPr/>
        </p:nvGrpSpPr>
        <p:grpSpPr bwMode="auto">
          <a:xfrm>
            <a:off x="4799411" y="3604022"/>
            <a:ext cx="439340" cy="457200"/>
            <a:chOff x="1824" y="864"/>
            <a:chExt cx="240" cy="240"/>
          </a:xfrm>
        </p:grpSpPr>
        <p:sp>
          <p:nvSpPr>
            <p:cNvPr id="6" name="Oval 3">
              <a:extLst>
                <a:ext uri="{FF2B5EF4-FFF2-40B4-BE49-F238E27FC236}">
                  <a16:creationId xmlns:a16="http://schemas.microsoft.com/office/drawing/2014/main" id="{2AEE00C1-8D8B-E36F-609C-499644A346D2}"/>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7" name="Rectangle 4">
              <a:extLst>
                <a:ext uri="{FF2B5EF4-FFF2-40B4-BE49-F238E27FC236}">
                  <a16:creationId xmlns:a16="http://schemas.microsoft.com/office/drawing/2014/main" id="{974C069E-9A25-1FD2-BD4A-3A002C4F5B73}"/>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8" name="Group 5">
            <a:extLst>
              <a:ext uri="{FF2B5EF4-FFF2-40B4-BE49-F238E27FC236}">
                <a16:creationId xmlns:a16="http://schemas.microsoft.com/office/drawing/2014/main" id="{AA4C2706-22B3-28A9-60B8-8C019DEAC03B}"/>
              </a:ext>
            </a:extLst>
          </p:cNvPr>
          <p:cNvGrpSpPr>
            <a:grpSpLocks/>
          </p:cNvGrpSpPr>
          <p:nvPr/>
        </p:nvGrpSpPr>
        <p:grpSpPr bwMode="auto">
          <a:xfrm>
            <a:off x="5844780" y="4243388"/>
            <a:ext cx="439340" cy="457200"/>
            <a:chOff x="1824" y="864"/>
            <a:chExt cx="240" cy="240"/>
          </a:xfrm>
        </p:grpSpPr>
        <p:sp>
          <p:nvSpPr>
            <p:cNvPr id="9" name="Oval 6">
              <a:extLst>
                <a:ext uri="{FF2B5EF4-FFF2-40B4-BE49-F238E27FC236}">
                  <a16:creationId xmlns:a16="http://schemas.microsoft.com/office/drawing/2014/main" id="{BA4EEED1-1331-11A5-101D-AB9785FE94E3}"/>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10" name="Rectangle 7">
              <a:extLst>
                <a:ext uri="{FF2B5EF4-FFF2-40B4-BE49-F238E27FC236}">
                  <a16:creationId xmlns:a16="http://schemas.microsoft.com/office/drawing/2014/main" id="{D413564B-9963-4410-B1A3-CDA40356E6BC}"/>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11" name="Group 8">
            <a:extLst>
              <a:ext uri="{FF2B5EF4-FFF2-40B4-BE49-F238E27FC236}">
                <a16:creationId xmlns:a16="http://schemas.microsoft.com/office/drawing/2014/main" id="{B4E1A5A3-451C-B90F-1FA6-E31E418A8193}"/>
              </a:ext>
            </a:extLst>
          </p:cNvPr>
          <p:cNvGrpSpPr>
            <a:grpSpLocks/>
          </p:cNvGrpSpPr>
          <p:nvPr/>
        </p:nvGrpSpPr>
        <p:grpSpPr bwMode="auto">
          <a:xfrm>
            <a:off x="5326856" y="3524250"/>
            <a:ext cx="439341" cy="457200"/>
            <a:chOff x="1824" y="864"/>
            <a:chExt cx="240" cy="240"/>
          </a:xfrm>
        </p:grpSpPr>
        <p:sp>
          <p:nvSpPr>
            <p:cNvPr id="12" name="Oval 9">
              <a:extLst>
                <a:ext uri="{FF2B5EF4-FFF2-40B4-BE49-F238E27FC236}">
                  <a16:creationId xmlns:a16="http://schemas.microsoft.com/office/drawing/2014/main" id="{37A2E9CD-54C6-8E35-F31C-C197D4EF0D47}"/>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14" name="Rectangle 10">
              <a:extLst>
                <a:ext uri="{FF2B5EF4-FFF2-40B4-BE49-F238E27FC236}">
                  <a16:creationId xmlns:a16="http://schemas.microsoft.com/office/drawing/2014/main" id="{EC702311-25DE-4ECF-18F0-BE7AF73C6918}"/>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15" name="Group 11">
            <a:extLst>
              <a:ext uri="{FF2B5EF4-FFF2-40B4-BE49-F238E27FC236}">
                <a16:creationId xmlns:a16="http://schemas.microsoft.com/office/drawing/2014/main" id="{916156CB-40C0-2E79-C025-2A1BCE6FB620}"/>
              </a:ext>
            </a:extLst>
          </p:cNvPr>
          <p:cNvGrpSpPr>
            <a:grpSpLocks/>
          </p:cNvGrpSpPr>
          <p:nvPr/>
        </p:nvGrpSpPr>
        <p:grpSpPr bwMode="auto">
          <a:xfrm>
            <a:off x="5612606" y="4426744"/>
            <a:ext cx="439341" cy="457200"/>
            <a:chOff x="1824" y="864"/>
            <a:chExt cx="240" cy="240"/>
          </a:xfrm>
        </p:grpSpPr>
        <p:sp>
          <p:nvSpPr>
            <p:cNvPr id="16" name="Oval 12">
              <a:extLst>
                <a:ext uri="{FF2B5EF4-FFF2-40B4-BE49-F238E27FC236}">
                  <a16:creationId xmlns:a16="http://schemas.microsoft.com/office/drawing/2014/main" id="{A820BAB9-EB6F-85AA-074D-F75E32CB8D2A}"/>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17" name="Rectangle 13">
              <a:extLst>
                <a:ext uri="{FF2B5EF4-FFF2-40B4-BE49-F238E27FC236}">
                  <a16:creationId xmlns:a16="http://schemas.microsoft.com/office/drawing/2014/main" id="{548EE94E-8E63-4218-23E3-854A1DA81B21}"/>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18" name="Group 14">
            <a:extLst>
              <a:ext uri="{FF2B5EF4-FFF2-40B4-BE49-F238E27FC236}">
                <a16:creationId xmlns:a16="http://schemas.microsoft.com/office/drawing/2014/main" id="{2BE20B6F-0D22-362E-5751-2A51D67BDF01}"/>
              </a:ext>
            </a:extLst>
          </p:cNvPr>
          <p:cNvGrpSpPr>
            <a:grpSpLocks/>
          </p:cNvGrpSpPr>
          <p:nvPr/>
        </p:nvGrpSpPr>
        <p:grpSpPr bwMode="auto">
          <a:xfrm>
            <a:off x="5405438" y="3971925"/>
            <a:ext cx="439341" cy="457200"/>
            <a:chOff x="1824" y="864"/>
            <a:chExt cx="240" cy="240"/>
          </a:xfrm>
        </p:grpSpPr>
        <p:sp>
          <p:nvSpPr>
            <p:cNvPr id="19" name="Oval 15">
              <a:extLst>
                <a:ext uri="{FF2B5EF4-FFF2-40B4-BE49-F238E27FC236}">
                  <a16:creationId xmlns:a16="http://schemas.microsoft.com/office/drawing/2014/main" id="{E19E004D-6ED8-4392-34E6-A1C45F9FDF53}"/>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20" name="Rectangle 16">
              <a:extLst>
                <a:ext uri="{FF2B5EF4-FFF2-40B4-BE49-F238E27FC236}">
                  <a16:creationId xmlns:a16="http://schemas.microsoft.com/office/drawing/2014/main" id="{A90D058A-41C0-AD9D-A35A-8E4E39783DF7}"/>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21" name="Group 17">
            <a:extLst>
              <a:ext uri="{FF2B5EF4-FFF2-40B4-BE49-F238E27FC236}">
                <a16:creationId xmlns:a16="http://schemas.microsoft.com/office/drawing/2014/main" id="{F8D895F8-3861-CE65-9312-91E90C76DFD0}"/>
              </a:ext>
            </a:extLst>
          </p:cNvPr>
          <p:cNvGrpSpPr>
            <a:grpSpLocks/>
          </p:cNvGrpSpPr>
          <p:nvPr/>
        </p:nvGrpSpPr>
        <p:grpSpPr bwMode="auto">
          <a:xfrm>
            <a:off x="4861322" y="3970735"/>
            <a:ext cx="619125" cy="913209"/>
            <a:chOff x="2995" y="2487"/>
            <a:chExt cx="520" cy="767"/>
          </a:xfrm>
        </p:grpSpPr>
        <p:grpSp>
          <p:nvGrpSpPr>
            <p:cNvPr id="22" name="Group 18">
              <a:extLst>
                <a:ext uri="{FF2B5EF4-FFF2-40B4-BE49-F238E27FC236}">
                  <a16:creationId xmlns:a16="http://schemas.microsoft.com/office/drawing/2014/main" id="{D3781A17-3917-9C0C-5311-0C7B3A4C0A98}"/>
                </a:ext>
              </a:extLst>
            </p:cNvPr>
            <p:cNvGrpSpPr>
              <a:grpSpLocks/>
            </p:cNvGrpSpPr>
            <p:nvPr/>
          </p:nvGrpSpPr>
          <p:grpSpPr bwMode="auto">
            <a:xfrm>
              <a:off x="2995" y="2870"/>
              <a:ext cx="369" cy="384"/>
              <a:chOff x="1824" y="864"/>
              <a:chExt cx="240" cy="240"/>
            </a:xfrm>
          </p:grpSpPr>
          <p:sp>
            <p:nvSpPr>
              <p:cNvPr id="26" name="Oval 19">
                <a:extLst>
                  <a:ext uri="{FF2B5EF4-FFF2-40B4-BE49-F238E27FC236}">
                    <a16:creationId xmlns:a16="http://schemas.microsoft.com/office/drawing/2014/main" id="{FAA0B118-4E89-5555-652E-52984C5CAAB0}"/>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27" name="Rectangle 20">
                <a:extLst>
                  <a:ext uri="{FF2B5EF4-FFF2-40B4-BE49-F238E27FC236}">
                    <a16:creationId xmlns:a16="http://schemas.microsoft.com/office/drawing/2014/main" id="{1FF9F7D0-1C5C-9BE8-C545-B5F80B4CAD71}"/>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23" name="Group 21">
              <a:extLst>
                <a:ext uri="{FF2B5EF4-FFF2-40B4-BE49-F238E27FC236}">
                  <a16:creationId xmlns:a16="http://schemas.microsoft.com/office/drawing/2014/main" id="{CDF78F04-5D38-5E30-4EA5-8F51C90F778F}"/>
                </a:ext>
              </a:extLst>
            </p:cNvPr>
            <p:cNvGrpSpPr>
              <a:grpSpLocks/>
            </p:cNvGrpSpPr>
            <p:nvPr/>
          </p:nvGrpSpPr>
          <p:grpSpPr bwMode="auto">
            <a:xfrm>
              <a:off x="3146" y="2487"/>
              <a:ext cx="369" cy="384"/>
              <a:chOff x="1824" y="864"/>
              <a:chExt cx="240" cy="240"/>
            </a:xfrm>
          </p:grpSpPr>
          <p:sp>
            <p:nvSpPr>
              <p:cNvPr id="24" name="Oval 22">
                <a:extLst>
                  <a:ext uri="{FF2B5EF4-FFF2-40B4-BE49-F238E27FC236}">
                    <a16:creationId xmlns:a16="http://schemas.microsoft.com/office/drawing/2014/main" id="{C71F6D03-BAA8-905B-2732-D7168C38A735}"/>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25" name="Rectangle 23">
                <a:extLst>
                  <a:ext uri="{FF2B5EF4-FFF2-40B4-BE49-F238E27FC236}">
                    <a16:creationId xmlns:a16="http://schemas.microsoft.com/office/drawing/2014/main" id="{795E1960-0F1C-1DC4-C747-DF6D33789AB8}"/>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grpSp>
        <p:nvGrpSpPr>
          <p:cNvPr id="28" name="Group 24">
            <a:extLst>
              <a:ext uri="{FF2B5EF4-FFF2-40B4-BE49-F238E27FC236}">
                <a16:creationId xmlns:a16="http://schemas.microsoft.com/office/drawing/2014/main" id="{CF43D077-3E46-6402-BD41-02F8E4FB0580}"/>
              </a:ext>
            </a:extLst>
          </p:cNvPr>
          <p:cNvGrpSpPr>
            <a:grpSpLocks/>
          </p:cNvGrpSpPr>
          <p:nvPr/>
        </p:nvGrpSpPr>
        <p:grpSpPr bwMode="auto">
          <a:xfrm>
            <a:off x="4799411" y="3605213"/>
            <a:ext cx="592931" cy="1095375"/>
            <a:chOff x="2943" y="2180"/>
            <a:chExt cx="498" cy="920"/>
          </a:xfrm>
        </p:grpSpPr>
        <p:grpSp>
          <p:nvGrpSpPr>
            <p:cNvPr id="29" name="Group 25">
              <a:extLst>
                <a:ext uri="{FF2B5EF4-FFF2-40B4-BE49-F238E27FC236}">
                  <a16:creationId xmlns:a16="http://schemas.microsoft.com/office/drawing/2014/main" id="{D96ACA64-88A2-1B95-4007-052EEA3EEB70}"/>
                </a:ext>
              </a:extLst>
            </p:cNvPr>
            <p:cNvGrpSpPr>
              <a:grpSpLocks/>
            </p:cNvGrpSpPr>
            <p:nvPr/>
          </p:nvGrpSpPr>
          <p:grpSpPr bwMode="auto">
            <a:xfrm>
              <a:off x="3072" y="2180"/>
              <a:ext cx="369" cy="384"/>
              <a:chOff x="1824" y="864"/>
              <a:chExt cx="240" cy="240"/>
            </a:xfrm>
          </p:grpSpPr>
          <p:sp>
            <p:nvSpPr>
              <p:cNvPr id="33" name="Oval 26">
                <a:extLst>
                  <a:ext uri="{FF2B5EF4-FFF2-40B4-BE49-F238E27FC236}">
                    <a16:creationId xmlns:a16="http://schemas.microsoft.com/office/drawing/2014/main" id="{28A9E789-5CB9-759F-DC2E-DA900C6058D4}"/>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34" name="Rectangle 27">
                <a:extLst>
                  <a:ext uri="{FF2B5EF4-FFF2-40B4-BE49-F238E27FC236}">
                    <a16:creationId xmlns:a16="http://schemas.microsoft.com/office/drawing/2014/main" id="{24CBB549-87D7-45A6-BED7-6928861ECC88}"/>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30" name="Group 28">
              <a:extLst>
                <a:ext uri="{FF2B5EF4-FFF2-40B4-BE49-F238E27FC236}">
                  <a16:creationId xmlns:a16="http://schemas.microsoft.com/office/drawing/2014/main" id="{3E6334FF-F5E5-A849-D54D-69789537CC67}"/>
                </a:ext>
              </a:extLst>
            </p:cNvPr>
            <p:cNvGrpSpPr>
              <a:grpSpLocks/>
            </p:cNvGrpSpPr>
            <p:nvPr/>
          </p:nvGrpSpPr>
          <p:grpSpPr bwMode="auto">
            <a:xfrm>
              <a:off x="2943" y="2716"/>
              <a:ext cx="369" cy="384"/>
              <a:chOff x="1824" y="864"/>
              <a:chExt cx="240" cy="240"/>
            </a:xfrm>
          </p:grpSpPr>
          <p:sp>
            <p:nvSpPr>
              <p:cNvPr id="31" name="Oval 29">
                <a:extLst>
                  <a:ext uri="{FF2B5EF4-FFF2-40B4-BE49-F238E27FC236}">
                    <a16:creationId xmlns:a16="http://schemas.microsoft.com/office/drawing/2014/main" id="{13B74873-F246-17EB-CD86-13E86C9A1A11}"/>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32" name="Rectangle 30">
                <a:extLst>
                  <a:ext uri="{FF2B5EF4-FFF2-40B4-BE49-F238E27FC236}">
                    <a16:creationId xmlns:a16="http://schemas.microsoft.com/office/drawing/2014/main" id="{E78B0AB9-C020-144D-BD24-A9E72437BC65}"/>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grpSp>
        <p:nvGrpSpPr>
          <p:cNvPr id="35" name="Group 31">
            <a:extLst>
              <a:ext uri="{FF2B5EF4-FFF2-40B4-BE49-F238E27FC236}">
                <a16:creationId xmlns:a16="http://schemas.microsoft.com/office/drawing/2014/main" id="{2AA34DC7-4EC8-3108-D849-2157A3D096AE}"/>
              </a:ext>
            </a:extLst>
          </p:cNvPr>
          <p:cNvGrpSpPr>
            <a:grpSpLocks/>
          </p:cNvGrpSpPr>
          <p:nvPr/>
        </p:nvGrpSpPr>
        <p:grpSpPr bwMode="auto">
          <a:xfrm>
            <a:off x="5678092" y="3604022"/>
            <a:ext cx="439340" cy="457200"/>
            <a:chOff x="1824" y="864"/>
            <a:chExt cx="240" cy="240"/>
          </a:xfrm>
        </p:grpSpPr>
        <p:sp>
          <p:nvSpPr>
            <p:cNvPr id="36" name="Oval 32">
              <a:extLst>
                <a:ext uri="{FF2B5EF4-FFF2-40B4-BE49-F238E27FC236}">
                  <a16:creationId xmlns:a16="http://schemas.microsoft.com/office/drawing/2014/main" id="{FD69A14F-8725-89F2-B08D-1EA508AA4387}"/>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37" name="Rectangle 33">
              <a:extLst>
                <a:ext uri="{FF2B5EF4-FFF2-40B4-BE49-F238E27FC236}">
                  <a16:creationId xmlns:a16="http://schemas.microsoft.com/office/drawing/2014/main" id="{E5A0CA83-ECAB-BD67-31A4-1DB8DF7A8E06}"/>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38" name="Group 34">
            <a:extLst>
              <a:ext uri="{FF2B5EF4-FFF2-40B4-BE49-F238E27FC236}">
                <a16:creationId xmlns:a16="http://schemas.microsoft.com/office/drawing/2014/main" id="{F0A0BA4A-CC66-C464-70C0-756B0CBDB591}"/>
              </a:ext>
            </a:extLst>
          </p:cNvPr>
          <p:cNvGrpSpPr>
            <a:grpSpLocks/>
          </p:cNvGrpSpPr>
          <p:nvPr/>
        </p:nvGrpSpPr>
        <p:grpSpPr bwMode="auto">
          <a:xfrm>
            <a:off x="4799411" y="3604022"/>
            <a:ext cx="878681" cy="1279922"/>
            <a:chOff x="2943" y="2179"/>
            <a:chExt cx="738" cy="1075"/>
          </a:xfrm>
        </p:grpSpPr>
        <p:grpSp>
          <p:nvGrpSpPr>
            <p:cNvPr id="39" name="Group 35">
              <a:extLst>
                <a:ext uri="{FF2B5EF4-FFF2-40B4-BE49-F238E27FC236}">
                  <a16:creationId xmlns:a16="http://schemas.microsoft.com/office/drawing/2014/main" id="{D429CE68-3E4F-4122-6850-DB30840B0313}"/>
                </a:ext>
              </a:extLst>
            </p:cNvPr>
            <p:cNvGrpSpPr>
              <a:grpSpLocks/>
            </p:cNvGrpSpPr>
            <p:nvPr/>
          </p:nvGrpSpPr>
          <p:grpSpPr bwMode="auto">
            <a:xfrm>
              <a:off x="3257" y="2179"/>
              <a:ext cx="369" cy="384"/>
              <a:chOff x="1824" y="864"/>
              <a:chExt cx="240" cy="240"/>
            </a:xfrm>
          </p:grpSpPr>
          <p:sp>
            <p:nvSpPr>
              <p:cNvPr id="46" name="Oval 36">
                <a:extLst>
                  <a:ext uri="{FF2B5EF4-FFF2-40B4-BE49-F238E27FC236}">
                    <a16:creationId xmlns:a16="http://schemas.microsoft.com/office/drawing/2014/main" id="{06DA982F-BFD4-957E-A922-646C07A533AE}"/>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47" name="Rectangle 37">
                <a:extLst>
                  <a:ext uri="{FF2B5EF4-FFF2-40B4-BE49-F238E27FC236}">
                    <a16:creationId xmlns:a16="http://schemas.microsoft.com/office/drawing/2014/main" id="{A0DE3CDD-96FC-A09C-EAFB-2997CDD3314B}"/>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40" name="Group 38">
              <a:extLst>
                <a:ext uri="{FF2B5EF4-FFF2-40B4-BE49-F238E27FC236}">
                  <a16:creationId xmlns:a16="http://schemas.microsoft.com/office/drawing/2014/main" id="{F8D4FD36-FF6C-4AA3-AF86-C6167FCED080}"/>
                </a:ext>
              </a:extLst>
            </p:cNvPr>
            <p:cNvGrpSpPr>
              <a:grpSpLocks/>
            </p:cNvGrpSpPr>
            <p:nvPr/>
          </p:nvGrpSpPr>
          <p:grpSpPr bwMode="auto">
            <a:xfrm>
              <a:off x="2943" y="2486"/>
              <a:ext cx="369" cy="384"/>
              <a:chOff x="1824" y="864"/>
              <a:chExt cx="240" cy="240"/>
            </a:xfrm>
          </p:grpSpPr>
          <p:sp>
            <p:nvSpPr>
              <p:cNvPr id="44" name="Oval 39">
                <a:extLst>
                  <a:ext uri="{FF2B5EF4-FFF2-40B4-BE49-F238E27FC236}">
                    <a16:creationId xmlns:a16="http://schemas.microsoft.com/office/drawing/2014/main" id="{7D123B5F-F69E-EEAB-7C0D-4CBE38B16F64}"/>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45" name="Rectangle 40">
                <a:extLst>
                  <a:ext uri="{FF2B5EF4-FFF2-40B4-BE49-F238E27FC236}">
                    <a16:creationId xmlns:a16="http://schemas.microsoft.com/office/drawing/2014/main" id="{EB445DC6-9CD2-16DF-56EB-BE45A29126C3}"/>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41" name="Group 41">
              <a:extLst>
                <a:ext uri="{FF2B5EF4-FFF2-40B4-BE49-F238E27FC236}">
                  <a16:creationId xmlns:a16="http://schemas.microsoft.com/office/drawing/2014/main" id="{84ED150D-C20B-EF9B-3E71-6BD510CC626F}"/>
                </a:ext>
              </a:extLst>
            </p:cNvPr>
            <p:cNvGrpSpPr>
              <a:grpSpLocks/>
            </p:cNvGrpSpPr>
            <p:nvPr/>
          </p:nvGrpSpPr>
          <p:grpSpPr bwMode="auto">
            <a:xfrm>
              <a:off x="3312" y="2870"/>
              <a:ext cx="369" cy="384"/>
              <a:chOff x="1824" y="864"/>
              <a:chExt cx="240" cy="240"/>
            </a:xfrm>
          </p:grpSpPr>
          <p:sp>
            <p:nvSpPr>
              <p:cNvPr id="42" name="Oval 42">
                <a:extLst>
                  <a:ext uri="{FF2B5EF4-FFF2-40B4-BE49-F238E27FC236}">
                    <a16:creationId xmlns:a16="http://schemas.microsoft.com/office/drawing/2014/main" id="{E49620A7-786B-C364-D532-8F095303631A}"/>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43" name="Rectangle 43">
                <a:extLst>
                  <a:ext uri="{FF2B5EF4-FFF2-40B4-BE49-F238E27FC236}">
                    <a16:creationId xmlns:a16="http://schemas.microsoft.com/office/drawing/2014/main" id="{F40CF41D-BB76-A726-DC8C-1B78AFED05B2}"/>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grpSp>
        <p:nvGrpSpPr>
          <p:cNvPr id="48" name="Group 44">
            <a:extLst>
              <a:ext uri="{FF2B5EF4-FFF2-40B4-BE49-F238E27FC236}">
                <a16:creationId xmlns:a16="http://schemas.microsoft.com/office/drawing/2014/main" id="{4841E26B-ECD2-71A6-B93E-D6F5B6F38919}"/>
              </a:ext>
            </a:extLst>
          </p:cNvPr>
          <p:cNvGrpSpPr>
            <a:grpSpLocks/>
          </p:cNvGrpSpPr>
          <p:nvPr/>
        </p:nvGrpSpPr>
        <p:grpSpPr bwMode="auto">
          <a:xfrm>
            <a:off x="5844780" y="3970735"/>
            <a:ext cx="439340" cy="457200"/>
            <a:chOff x="1824" y="864"/>
            <a:chExt cx="240" cy="240"/>
          </a:xfrm>
        </p:grpSpPr>
        <p:sp>
          <p:nvSpPr>
            <p:cNvPr id="49" name="Oval 45">
              <a:extLst>
                <a:ext uri="{FF2B5EF4-FFF2-40B4-BE49-F238E27FC236}">
                  <a16:creationId xmlns:a16="http://schemas.microsoft.com/office/drawing/2014/main" id="{6E3CEADC-9EA0-E834-3207-A7B0EA92D6BD}"/>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50" name="Rectangle 46">
              <a:extLst>
                <a:ext uri="{FF2B5EF4-FFF2-40B4-BE49-F238E27FC236}">
                  <a16:creationId xmlns:a16="http://schemas.microsoft.com/office/drawing/2014/main" id="{411A737D-D1C6-78B6-900E-DECDF42EB896}"/>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51" name="Group 47">
            <a:extLst>
              <a:ext uri="{FF2B5EF4-FFF2-40B4-BE49-F238E27FC236}">
                <a16:creationId xmlns:a16="http://schemas.microsoft.com/office/drawing/2014/main" id="{A64AA20C-AB7B-8B20-5838-E52C86057154}"/>
              </a:ext>
            </a:extLst>
          </p:cNvPr>
          <p:cNvGrpSpPr>
            <a:grpSpLocks/>
          </p:cNvGrpSpPr>
          <p:nvPr/>
        </p:nvGrpSpPr>
        <p:grpSpPr bwMode="auto">
          <a:xfrm>
            <a:off x="5844780" y="3604022"/>
            <a:ext cx="439340" cy="457200"/>
            <a:chOff x="1824" y="864"/>
            <a:chExt cx="240" cy="240"/>
          </a:xfrm>
        </p:grpSpPr>
        <p:sp>
          <p:nvSpPr>
            <p:cNvPr id="52" name="Oval 48">
              <a:extLst>
                <a:ext uri="{FF2B5EF4-FFF2-40B4-BE49-F238E27FC236}">
                  <a16:creationId xmlns:a16="http://schemas.microsoft.com/office/drawing/2014/main" id="{AD0CB915-826E-F162-93C5-1E538C8402BF}"/>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53" name="Rectangle 49">
              <a:extLst>
                <a:ext uri="{FF2B5EF4-FFF2-40B4-BE49-F238E27FC236}">
                  <a16:creationId xmlns:a16="http://schemas.microsoft.com/office/drawing/2014/main" id="{2617D8DB-14FF-0419-7A43-7CC9B4B57854}"/>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54" name="Group 50">
            <a:extLst>
              <a:ext uri="{FF2B5EF4-FFF2-40B4-BE49-F238E27FC236}">
                <a16:creationId xmlns:a16="http://schemas.microsoft.com/office/drawing/2014/main" id="{75322BB5-511C-46E3-73BE-9D2A20C415BC}"/>
              </a:ext>
            </a:extLst>
          </p:cNvPr>
          <p:cNvGrpSpPr>
            <a:grpSpLocks/>
          </p:cNvGrpSpPr>
          <p:nvPr/>
        </p:nvGrpSpPr>
        <p:grpSpPr bwMode="auto">
          <a:xfrm>
            <a:off x="5932886" y="4429125"/>
            <a:ext cx="439340" cy="457200"/>
            <a:chOff x="1824" y="864"/>
            <a:chExt cx="240" cy="240"/>
          </a:xfrm>
        </p:grpSpPr>
        <p:sp>
          <p:nvSpPr>
            <p:cNvPr id="55" name="Oval 51">
              <a:extLst>
                <a:ext uri="{FF2B5EF4-FFF2-40B4-BE49-F238E27FC236}">
                  <a16:creationId xmlns:a16="http://schemas.microsoft.com/office/drawing/2014/main" id="{31DBB866-1F13-E77D-E5D3-0923CC659311}"/>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56" name="Rectangle 52">
              <a:extLst>
                <a:ext uri="{FF2B5EF4-FFF2-40B4-BE49-F238E27FC236}">
                  <a16:creationId xmlns:a16="http://schemas.microsoft.com/office/drawing/2014/main" id="{0FDC1B15-F85E-F447-DC81-5F9ED2F9BDE2}"/>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57" name="Group 53">
            <a:extLst>
              <a:ext uri="{FF2B5EF4-FFF2-40B4-BE49-F238E27FC236}">
                <a16:creationId xmlns:a16="http://schemas.microsoft.com/office/drawing/2014/main" id="{183255AC-62E7-BD5F-7EAD-3E0C17D5CCD9}"/>
              </a:ext>
            </a:extLst>
          </p:cNvPr>
          <p:cNvGrpSpPr>
            <a:grpSpLocks/>
          </p:cNvGrpSpPr>
          <p:nvPr/>
        </p:nvGrpSpPr>
        <p:grpSpPr bwMode="auto">
          <a:xfrm>
            <a:off x="3452813" y="3604022"/>
            <a:ext cx="457200" cy="457200"/>
            <a:chOff x="2304" y="1008"/>
            <a:chExt cx="240" cy="240"/>
          </a:xfrm>
        </p:grpSpPr>
        <p:sp>
          <p:nvSpPr>
            <p:cNvPr id="58" name="Oval 54">
              <a:extLst>
                <a:ext uri="{FF2B5EF4-FFF2-40B4-BE49-F238E27FC236}">
                  <a16:creationId xmlns:a16="http://schemas.microsoft.com/office/drawing/2014/main" id="{0E832A1F-6688-9932-0623-A447AD922B39}"/>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59" name="Group 55">
              <a:extLst>
                <a:ext uri="{FF2B5EF4-FFF2-40B4-BE49-F238E27FC236}">
                  <a16:creationId xmlns:a16="http://schemas.microsoft.com/office/drawing/2014/main" id="{42BD45C7-36D5-2157-57EC-2DB63950E91D}"/>
                </a:ext>
              </a:extLst>
            </p:cNvPr>
            <p:cNvGrpSpPr>
              <a:grpSpLocks/>
            </p:cNvGrpSpPr>
            <p:nvPr/>
          </p:nvGrpSpPr>
          <p:grpSpPr bwMode="auto">
            <a:xfrm>
              <a:off x="2352" y="1056"/>
              <a:ext cx="144" cy="144"/>
              <a:chOff x="2352" y="480"/>
              <a:chExt cx="144" cy="144"/>
            </a:xfrm>
          </p:grpSpPr>
          <p:sp>
            <p:nvSpPr>
              <p:cNvPr id="60" name="Rectangle 56">
                <a:extLst>
                  <a:ext uri="{FF2B5EF4-FFF2-40B4-BE49-F238E27FC236}">
                    <a16:creationId xmlns:a16="http://schemas.microsoft.com/office/drawing/2014/main" id="{DFF990F8-7273-CD8F-37A7-3F6601A47CB6}"/>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61" name="Rectangle 57">
                <a:extLst>
                  <a:ext uri="{FF2B5EF4-FFF2-40B4-BE49-F238E27FC236}">
                    <a16:creationId xmlns:a16="http://schemas.microsoft.com/office/drawing/2014/main" id="{0FB4AEAF-FB08-7B76-3947-F231CEE397F3}"/>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62" name="Group 58">
            <a:extLst>
              <a:ext uri="{FF2B5EF4-FFF2-40B4-BE49-F238E27FC236}">
                <a16:creationId xmlns:a16="http://schemas.microsoft.com/office/drawing/2014/main" id="{6DC6EB38-94B0-796F-B73E-B043E5A68942}"/>
              </a:ext>
            </a:extLst>
          </p:cNvPr>
          <p:cNvGrpSpPr>
            <a:grpSpLocks/>
          </p:cNvGrpSpPr>
          <p:nvPr/>
        </p:nvGrpSpPr>
        <p:grpSpPr bwMode="auto">
          <a:xfrm>
            <a:off x="3112294" y="3605213"/>
            <a:ext cx="457200" cy="457200"/>
            <a:chOff x="2304" y="1008"/>
            <a:chExt cx="240" cy="240"/>
          </a:xfrm>
        </p:grpSpPr>
        <p:sp>
          <p:nvSpPr>
            <p:cNvPr id="63" name="Oval 59">
              <a:extLst>
                <a:ext uri="{FF2B5EF4-FFF2-40B4-BE49-F238E27FC236}">
                  <a16:creationId xmlns:a16="http://schemas.microsoft.com/office/drawing/2014/main" id="{22CCE051-CEC9-12E0-0DFB-7DECA88C9940}"/>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64" name="Group 60">
              <a:extLst>
                <a:ext uri="{FF2B5EF4-FFF2-40B4-BE49-F238E27FC236}">
                  <a16:creationId xmlns:a16="http://schemas.microsoft.com/office/drawing/2014/main" id="{AEA008F9-956B-EE03-329B-89D492664CE8}"/>
                </a:ext>
              </a:extLst>
            </p:cNvPr>
            <p:cNvGrpSpPr>
              <a:grpSpLocks/>
            </p:cNvGrpSpPr>
            <p:nvPr/>
          </p:nvGrpSpPr>
          <p:grpSpPr bwMode="auto">
            <a:xfrm>
              <a:off x="2352" y="1056"/>
              <a:ext cx="144" cy="144"/>
              <a:chOff x="2352" y="480"/>
              <a:chExt cx="144" cy="144"/>
            </a:xfrm>
          </p:grpSpPr>
          <p:sp>
            <p:nvSpPr>
              <p:cNvPr id="65" name="Rectangle 61">
                <a:extLst>
                  <a:ext uri="{FF2B5EF4-FFF2-40B4-BE49-F238E27FC236}">
                    <a16:creationId xmlns:a16="http://schemas.microsoft.com/office/drawing/2014/main" id="{2936CE64-BF8A-9626-3292-3A8E9D921C72}"/>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66" name="Rectangle 62">
                <a:extLst>
                  <a:ext uri="{FF2B5EF4-FFF2-40B4-BE49-F238E27FC236}">
                    <a16:creationId xmlns:a16="http://schemas.microsoft.com/office/drawing/2014/main" id="{AFDC2A28-E5D1-B538-C62D-C955B5D8A8F4}"/>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67" name="Group 63">
            <a:extLst>
              <a:ext uri="{FF2B5EF4-FFF2-40B4-BE49-F238E27FC236}">
                <a16:creationId xmlns:a16="http://schemas.microsoft.com/office/drawing/2014/main" id="{05F6B534-33DE-8B00-C2A8-F6090307CA9F}"/>
              </a:ext>
            </a:extLst>
          </p:cNvPr>
          <p:cNvGrpSpPr>
            <a:grpSpLocks/>
          </p:cNvGrpSpPr>
          <p:nvPr/>
        </p:nvGrpSpPr>
        <p:grpSpPr bwMode="auto">
          <a:xfrm>
            <a:off x="3818335" y="3604023"/>
            <a:ext cx="914400" cy="1006078"/>
            <a:chOff x="2119" y="2179"/>
            <a:chExt cx="768" cy="845"/>
          </a:xfrm>
        </p:grpSpPr>
        <p:grpSp>
          <p:nvGrpSpPr>
            <p:cNvPr id="68" name="Group 64">
              <a:extLst>
                <a:ext uri="{FF2B5EF4-FFF2-40B4-BE49-F238E27FC236}">
                  <a16:creationId xmlns:a16="http://schemas.microsoft.com/office/drawing/2014/main" id="{235B44FA-4665-0AE4-3348-8433C532991A}"/>
                </a:ext>
              </a:extLst>
            </p:cNvPr>
            <p:cNvGrpSpPr>
              <a:grpSpLocks/>
            </p:cNvGrpSpPr>
            <p:nvPr/>
          </p:nvGrpSpPr>
          <p:grpSpPr bwMode="auto">
            <a:xfrm>
              <a:off x="2503" y="2640"/>
              <a:ext cx="384" cy="384"/>
              <a:chOff x="2304" y="1008"/>
              <a:chExt cx="240" cy="240"/>
            </a:xfrm>
          </p:grpSpPr>
          <p:sp>
            <p:nvSpPr>
              <p:cNvPr id="74" name="Oval 65">
                <a:extLst>
                  <a:ext uri="{FF2B5EF4-FFF2-40B4-BE49-F238E27FC236}">
                    <a16:creationId xmlns:a16="http://schemas.microsoft.com/office/drawing/2014/main" id="{CBD567C3-35DE-684C-AC12-DAB15A611011}"/>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75" name="Group 66">
                <a:extLst>
                  <a:ext uri="{FF2B5EF4-FFF2-40B4-BE49-F238E27FC236}">
                    <a16:creationId xmlns:a16="http://schemas.microsoft.com/office/drawing/2014/main" id="{6EEB3C65-3431-F930-B88D-0D9FC18162F9}"/>
                  </a:ext>
                </a:extLst>
              </p:cNvPr>
              <p:cNvGrpSpPr>
                <a:grpSpLocks/>
              </p:cNvGrpSpPr>
              <p:nvPr/>
            </p:nvGrpSpPr>
            <p:grpSpPr bwMode="auto">
              <a:xfrm>
                <a:off x="2352" y="1056"/>
                <a:ext cx="144" cy="144"/>
                <a:chOff x="2352" y="480"/>
                <a:chExt cx="144" cy="144"/>
              </a:xfrm>
            </p:grpSpPr>
            <p:sp>
              <p:nvSpPr>
                <p:cNvPr id="76" name="Rectangle 67">
                  <a:extLst>
                    <a:ext uri="{FF2B5EF4-FFF2-40B4-BE49-F238E27FC236}">
                      <a16:creationId xmlns:a16="http://schemas.microsoft.com/office/drawing/2014/main" id="{1C08FA91-4966-7DCD-59A1-DD09CA58D09D}"/>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77" name="Rectangle 68">
                  <a:extLst>
                    <a:ext uri="{FF2B5EF4-FFF2-40B4-BE49-F238E27FC236}">
                      <a16:creationId xmlns:a16="http://schemas.microsoft.com/office/drawing/2014/main" id="{ED1B0705-33D5-F824-8BE2-0B54AB7C0407}"/>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69" name="Group 69">
              <a:extLst>
                <a:ext uri="{FF2B5EF4-FFF2-40B4-BE49-F238E27FC236}">
                  <a16:creationId xmlns:a16="http://schemas.microsoft.com/office/drawing/2014/main" id="{FE0C269F-5CB9-F09F-CFE7-28986ED186E8}"/>
                </a:ext>
              </a:extLst>
            </p:cNvPr>
            <p:cNvGrpSpPr>
              <a:grpSpLocks/>
            </p:cNvGrpSpPr>
            <p:nvPr/>
          </p:nvGrpSpPr>
          <p:grpSpPr bwMode="auto">
            <a:xfrm>
              <a:off x="2119" y="2179"/>
              <a:ext cx="384" cy="384"/>
              <a:chOff x="2304" y="1008"/>
              <a:chExt cx="240" cy="240"/>
            </a:xfrm>
          </p:grpSpPr>
          <p:sp>
            <p:nvSpPr>
              <p:cNvPr id="70" name="Oval 70">
                <a:extLst>
                  <a:ext uri="{FF2B5EF4-FFF2-40B4-BE49-F238E27FC236}">
                    <a16:creationId xmlns:a16="http://schemas.microsoft.com/office/drawing/2014/main" id="{00A51BB0-F2B0-BC75-5718-4BBEA69EA9F0}"/>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71" name="Group 71">
                <a:extLst>
                  <a:ext uri="{FF2B5EF4-FFF2-40B4-BE49-F238E27FC236}">
                    <a16:creationId xmlns:a16="http://schemas.microsoft.com/office/drawing/2014/main" id="{68220F0F-0F13-F47A-B7AF-C19C631D0232}"/>
                  </a:ext>
                </a:extLst>
              </p:cNvPr>
              <p:cNvGrpSpPr>
                <a:grpSpLocks/>
              </p:cNvGrpSpPr>
              <p:nvPr/>
            </p:nvGrpSpPr>
            <p:grpSpPr bwMode="auto">
              <a:xfrm>
                <a:off x="2352" y="1056"/>
                <a:ext cx="144" cy="144"/>
                <a:chOff x="2352" y="480"/>
                <a:chExt cx="144" cy="144"/>
              </a:xfrm>
            </p:grpSpPr>
            <p:sp>
              <p:nvSpPr>
                <p:cNvPr id="72" name="Rectangle 72">
                  <a:extLst>
                    <a:ext uri="{FF2B5EF4-FFF2-40B4-BE49-F238E27FC236}">
                      <a16:creationId xmlns:a16="http://schemas.microsoft.com/office/drawing/2014/main" id="{A4CC03F6-6096-813E-9E1F-5486B9C2CBA8}"/>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73" name="Rectangle 73">
                  <a:extLst>
                    <a:ext uri="{FF2B5EF4-FFF2-40B4-BE49-F238E27FC236}">
                      <a16:creationId xmlns:a16="http://schemas.microsoft.com/office/drawing/2014/main" id="{AF0518FE-0672-8783-4F98-1E70D183230E}"/>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grpSp>
        <p:nvGrpSpPr>
          <p:cNvPr id="78" name="Group 74">
            <a:extLst>
              <a:ext uri="{FF2B5EF4-FFF2-40B4-BE49-F238E27FC236}">
                <a16:creationId xmlns:a16="http://schemas.microsoft.com/office/drawing/2014/main" id="{29C57DF8-ED56-BD67-AE94-AA4457ABC536}"/>
              </a:ext>
            </a:extLst>
          </p:cNvPr>
          <p:cNvGrpSpPr>
            <a:grpSpLocks/>
          </p:cNvGrpSpPr>
          <p:nvPr/>
        </p:nvGrpSpPr>
        <p:grpSpPr bwMode="auto">
          <a:xfrm>
            <a:off x="3112294" y="4426744"/>
            <a:ext cx="457200" cy="457200"/>
            <a:chOff x="2304" y="1008"/>
            <a:chExt cx="240" cy="240"/>
          </a:xfrm>
        </p:grpSpPr>
        <p:sp>
          <p:nvSpPr>
            <p:cNvPr id="79" name="Oval 75">
              <a:extLst>
                <a:ext uri="{FF2B5EF4-FFF2-40B4-BE49-F238E27FC236}">
                  <a16:creationId xmlns:a16="http://schemas.microsoft.com/office/drawing/2014/main" id="{24600F02-9CFB-2F5E-E46F-4F3A3F2E33CE}"/>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80" name="Group 76">
              <a:extLst>
                <a:ext uri="{FF2B5EF4-FFF2-40B4-BE49-F238E27FC236}">
                  <a16:creationId xmlns:a16="http://schemas.microsoft.com/office/drawing/2014/main" id="{35C7E30E-BE73-C1DF-3E2D-37964C1B7419}"/>
                </a:ext>
              </a:extLst>
            </p:cNvPr>
            <p:cNvGrpSpPr>
              <a:grpSpLocks/>
            </p:cNvGrpSpPr>
            <p:nvPr/>
          </p:nvGrpSpPr>
          <p:grpSpPr bwMode="auto">
            <a:xfrm>
              <a:off x="2352" y="1056"/>
              <a:ext cx="144" cy="144"/>
              <a:chOff x="2352" y="480"/>
              <a:chExt cx="144" cy="144"/>
            </a:xfrm>
          </p:grpSpPr>
          <p:sp>
            <p:nvSpPr>
              <p:cNvPr id="81" name="Rectangle 77">
                <a:extLst>
                  <a:ext uri="{FF2B5EF4-FFF2-40B4-BE49-F238E27FC236}">
                    <a16:creationId xmlns:a16="http://schemas.microsoft.com/office/drawing/2014/main" id="{6F34482C-5E8A-6299-FBF2-880A2A9D750A}"/>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82" name="Rectangle 78">
                <a:extLst>
                  <a:ext uri="{FF2B5EF4-FFF2-40B4-BE49-F238E27FC236}">
                    <a16:creationId xmlns:a16="http://schemas.microsoft.com/office/drawing/2014/main" id="{2FD6451E-4449-9771-B213-EC4C35FFEF8B}"/>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83" name="Group 79">
            <a:extLst>
              <a:ext uri="{FF2B5EF4-FFF2-40B4-BE49-F238E27FC236}">
                <a16:creationId xmlns:a16="http://schemas.microsoft.com/office/drawing/2014/main" id="{35B9DDA2-9D05-3E20-8B80-396B3E42E8BC}"/>
              </a:ext>
            </a:extLst>
          </p:cNvPr>
          <p:cNvGrpSpPr>
            <a:grpSpLocks/>
          </p:cNvGrpSpPr>
          <p:nvPr/>
        </p:nvGrpSpPr>
        <p:grpSpPr bwMode="auto">
          <a:xfrm>
            <a:off x="3156347" y="4154091"/>
            <a:ext cx="457200" cy="457200"/>
            <a:chOff x="2304" y="1008"/>
            <a:chExt cx="240" cy="240"/>
          </a:xfrm>
        </p:grpSpPr>
        <p:sp>
          <p:nvSpPr>
            <p:cNvPr id="84" name="Oval 80">
              <a:extLst>
                <a:ext uri="{FF2B5EF4-FFF2-40B4-BE49-F238E27FC236}">
                  <a16:creationId xmlns:a16="http://schemas.microsoft.com/office/drawing/2014/main" id="{48B50D52-91D2-3FB0-6188-DCE500F2C550}"/>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85" name="Group 81">
              <a:extLst>
                <a:ext uri="{FF2B5EF4-FFF2-40B4-BE49-F238E27FC236}">
                  <a16:creationId xmlns:a16="http://schemas.microsoft.com/office/drawing/2014/main" id="{3E5A0DF0-8728-4CC6-9E42-687A768ACC6D}"/>
                </a:ext>
              </a:extLst>
            </p:cNvPr>
            <p:cNvGrpSpPr>
              <a:grpSpLocks/>
            </p:cNvGrpSpPr>
            <p:nvPr/>
          </p:nvGrpSpPr>
          <p:grpSpPr bwMode="auto">
            <a:xfrm>
              <a:off x="2352" y="1056"/>
              <a:ext cx="144" cy="144"/>
              <a:chOff x="2352" y="480"/>
              <a:chExt cx="144" cy="144"/>
            </a:xfrm>
          </p:grpSpPr>
          <p:sp>
            <p:nvSpPr>
              <p:cNvPr id="86" name="Rectangle 82">
                <a:extLst>
                  <a:ext uri="{FF2B5EF4-FFF2-40B4-BE49-F238E27FC236}">
                    <a16:creationId xmlns:a16="http://schemas.microsoft.com/office/drawing/2014/main" id="{ED8C1476-1FC9-0BE2-2797-DF682130CCB4}"/>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87" name="Rectangle 83">
                <a:extLst>
                  <a:ext uri="{FF2B5EF4-FFF2-40B4-BE49-F238E27FC236}">
                    <a16:creationId xmlns:a16="http://schemas.microsoft.com/office/drawing/2014/main" id="{3C0E953B-2ECA-0784-101E-901B69320F36}"/>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88" name="Group 84">
            <a:extLst>
              <a:ext uri="{FF2B5EF4-FFF2-40B4-BE49-F238E27FC236}">
                <a16:creationId xmlns:a16="http://schemas.microsoft.com/office/drawing/2014/main" id="{9CB6390E-9BA4-7A26-D1F8-A04FC073F146}"/>
              </a:ext>
            </a:extLst>
          </p:cNvPr>
          <p:cNvGrpSpPr>
            <a:grpSpLocks/>
          </p:cNvGrpSpPr>
          <p:nvPr/>
        </p:nvGrpSpPr>
        <p:grpSpPr bwMode="auto">
          <a:xfrm>
            <a:off x="4276725" y="3695700"/>
            <a:ext cx="457200" cy="457200"/>
            <a:chOff x="2304" y="1008"/>
            <a:chExt cx="240" cy="240"/>
          </a:xfrm>
        </p:grpSpPr>
        <p:sp>
          <p:nvSpPr>
            <p:cNvPr id="89" name="Oval 85">
              <a:extLst>
                <a:ext uri="{FF2B5EF4-FFF2-40B4-BE49-F238E27FC236}">
                  <a16:creationId xmlns:a16="http://schemas.microsoft.com/office/drawing/2014/main" id="{9241FB50-D5AB-D6A3-EAA5-36F4DEFC9591}"/>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90" name="Group 86">
              <a:extLst>
                <a:ext uri="{FF2B5EF4-FFF2-40B4-BE49-F238E27FC236}">
                  <a16:creationId xmlns:a16="http://schemas.microsoft.com/office/drawing/2014/main" id="{3C8CB92D-9B9A-61BD-127B-71529D73EA00}"/>
                </a:ext>
              </a:extLst>
            </p:cNvPr>
            <p:cNvGrpSpPr>
              <a:grpSpLocks/>
            </p:cNvGrpSpPr>
            <p:nvPr/>
          </p:nvGrpSpPr>
          <p:grpSpPr bwMode="auto">
            <a:xfrm>
              <a:off x="2352" y="1056"/>
              <a:ext cx="144" cy="144"/>
              <a:chOff x="2352" y="480"/>
              <a:chExt cx="144" cy="144"/>
            </a:xfrm>
          </p:grpSpPr>
          <p:sp>
            <p:nvSpPr>
              <p:cNvPr id="91" name="Rectangle 87">
                <a:extLst>
                  <a:ext uri="{FF2B5EF4-FFF2-40B4-BE49-F238E27FC236}">
                    <a16:creationId xmlns:a16="http://schemas.microsoft.com/office/drawing/2014/main" id="{3A85BC7E-6D4F-0B4A-E6AA-D737867D323F}"/>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92" name="Rectangle 88">
                <a:extLst>
                  <a:ext uri="{FF2B5EF4-FFF2-40B4-BE49-F238E27FC236}">
                    <a16:creationId xmlns:a16="http://schemas.microsoft.com/office/drawing/2014/main" id="{FE8327DB-34D8-9BC6-F74E-09B4C46DC306}"/>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93" name="Group 89">
            <a:extLst>
              <a:ext uri="{FF2B5EF4-FFF2-40B4-BE49-F238E27FC236}">
                <a16:creationId xmlns:a16="http://schemas.microsoft.com/office/drawing/2014/main" id="{F6117A45-1AB9-C1C0-2704-863E254750B7}"/>
              </a:ext>
            </a:extLst>
          </p:cNvPr>
          <p:cNvGrpSpPr>
            <a:grpSpLocks/>
          </p:cNvGrpSpPr>
          <p:nvPr/>
        </p:nvGrpSpPr>
        <p:grpSpPr bwMode="auto">
          <a:xfrm>
            <a:off x="4275535" y="3604022"/>
            <a:ext cx="457200" cy="457200"/>
            <a:chOff x="2304" y="1008"/>
            <a:chExt cx="240" cy="240"/>
          </a:xfrm>
        </p:grpSpPr>
        <p:sp>
          <p:nvSpPr>
            <p:cNvPr id="94" name="Oval 90">
              <a:extLst>
                <a:ext uri="{FF2B5EF4-FFF2-40B4-BE49-F238E27FC236}">
                  <a16:creationId xmlns:a16="http://schemas.microsoft.com/office/drawing/2014/main" id="{8FB07DA3-427B-B467-E01D-561A0158F42B}"/>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95" name="Group 91">
              <a:extLst>
                <a:ext uri="{FF2B5EF4-FFF2-40B4-BE49-F238E27FC236}">
                  <a16:creationId xmlns:a16="http://schemas.microsoft.com/office/drawing/2014/main" id="{E3EE66F5-4451-BEB0-A50D-8E9342B5E199}"/>
                </a:ext>
              </a:extLst>
            </p:cNvPr>
            <p:cNvGrpSpPr>
              <a:grpSpLocks/>
            </p:cNvGrpSpPr>
            <p:nvPr/>
          </p:nvGrpSpPr>
          <p:grpSpPr bwMode="auto">
            <a:xfrm>
              <a:off x="2352" y="1056"/>
              <a:ext cx="144" cy="144"/>
              <a:chOff x="2352" y="480"/>
              <a:chExt cx="144" cy="144"/>
            </a:xfrm>
          </p:grpSpPr>
          <p:sp>
            <p:nvSpPr>
              <p:cNvPr id="96" name="Rectangle 92">
                <a:extLst>
                  <a:ext uri="{FF2B5EF4-FFF2-40B4-BE49-F238E27FC236}">
                    <a16:creationId xmlns:a16="http://schemas.microsoft.com/office/drawing/2014/main" id="{D8F35B30-2360-0968-8C46-6636D9FA4EA2}"/>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97" name="Rectangle 93">
                <a:extLst>
                  <a:ext uri="{FF2B5EF4-FFF2-40B4-BE49-F238E27FC236}">
                    <a16:creationId xmlns:a16="http://schemas.microsoft.com/office/drawing/2014/main" id="{F2C7312E-6BE2-5C71-8664-54F13AA1049A}"/>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98" name="Group 94">
            <a:extLst>
              <a:ext uri="{FF2B5EF4-FFF2-40B4-BE49-F238E27FC236}">
                <a16:creationId xmlns:a16="http://schemas.microsoft.com/office/drawing/2014/main" id="{A056C1F1-AF74-D876-8DA4-B9C7BB18677F}"/>
              </a:ext>
            </a:extLst>
          </p:cNvPr>
          <p:cNvGrpSpPr>
            <a:grpSpLocks/>
          </p:cNvGrpSpPr>
          <p:nvPr/>
        </p:nvGrpSpPr>
        <p:grpSpPr bwMode="auto">
          <a:xfrm>
            <a:off x="3705225" y="4426744"/>
            <a:ext cx="457200" cy="457200"/>
            <a:chOff x="2304" y="1008"/>
            <a:chExt cx="240" cy="240"/>
          </a:xfrm>
        </p:grpSpPr>
        <p:sp>
          <p:nvSpPr>
            <p:cNvPr id="99" name="Oval 95">
              <a:extLst>
                <a:ext uri="{FF2B5EF4-FFF2-40B4-BE49-F238E27FC236}">
                  <a16:creationId xmlns:a16="http://schemas.microsoft.com/office/drawing/2014/main" id="{72CA5469-ED5C-7661-12A9-1A7C77382C74}"/>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100" name="Group 96">
              <a:extLst>
                <a:ext uri="{FF2B5EF4-FFF2-40B4-BE49-F238E27FC236}">
                  <a16:creationId xmlns:a16="http://schemas.microsoft.com/office/drawing/2014/main" id="{5664B6F1-D923-7783-980E-414F4D9BEDFF}"/>
                </a:ext>
              </a:extLst>
            </p:cNvPr>
            <p:cNvGrpSpPr>
              <a:grpSpLocks/>
            </p:cNvGrpSpPr>
            <p:nvPr/>
          </p:nvGrpSpPr>
          <p:grpSpPr bwMode="auto">
            <a:xfrm>
              <a:off x="2352" y="1056"/>
              <a:ext cx="144" cy="144"/>
              <a:chOff x="2352" y="480"/>
              <a:chExt cx="144" cy="144"/>
            </a:xfrm>
          </p:grpSpPr>
          <p:sp>
            <p:nvSpPr>
              <p:cNvPr id="101" name="Rectangle 97">
                <a:extLst>
                  <a:ext uri="{FF2B5EF4-FFF2-40B4-BE49-F238E27FC236}">
                    <a16:creationId xmlns:a16="http://schemas.microsoft.com/office/drawing/2014/main" id="{5EF7C62A-BCB6-9384-3BE9-2A22E647D22A}"/>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102" name="Rectangle 98">
                <a:extLst>
                  <a:ext uri="{FF2B5EF4-FFF2-40B4-BE49-F238E27FC236}">
                    <a16:creationId xmlns:a16="http://schemas.microsoft.com/office/drawing/2014/main" id="{05133EE4-22B7-ECA4-A3ED-03BF75E6E1B4}"/>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103" name="Group 99">
            <a:extLst>
              <a:ext uri="{FF2B5EF4-FFF2-40B4-BE49-F238E27FC236}">
                <a16:creationId xmlns:a16="http://schemas.microsoft.com/office/drawing/2014/main" id="{54118D0D-8532-4B85-5C91-E699CD6150D7}"/>
              </a:ext>
            </a:extLst>
          </p:cNvPr>
          <p:cNvGrpSpPr>
            <a:grpSpLocks/>
          </p:cNvGrpSpPr>
          <p:nvPr/>
        </p:nvGrpSpPr>
        <p:grpSpPr bwMode="auto">
          <a:xfrm>
            <a:off x="3705225" y="3880247"/>
            <a:ext cx="457200" cy="457200"/>
            <a:chOff x="2304" y="1008"/>
            <a:chExt cx="240" cy="240"/>
          </a:xfrm>
        </p:grpSpPr>
        <p:sp>
          <p:nvSpPr>
            <p:cNvPr id="104" name="Oval 100">
              <a:extLst>
                <a:ext uri="{FF2B5EF4-FFF2-40B4-BE49-F238E27FC236}">
                  <a16:creationId xmlns:a16="http://schemas.microsoft.com/office/drawing/2014/main" id="{12E7DF0D-BD61-A788-E335-0C16012A7503}"/>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105" name="Group 101">
              <a:extLst>
                <a:ext uri="{FF2B5EF4-FFF2-40B4-BE49-F238E27FC236}">
                  <a16:creationId xmlns:a16="http://schemas.microsoft.com/office/drawing/2014/main" id="{333F23A1-BB6A-D687-907C-042BDD628444}"/>
                </a:ext>
              </a:extLst>
            </p:cNvPr>
            <p:cNvGrpSpPr>
              <a:grpSpLocks/>
            </p:cNvGrpSpPr>
            <p:nvPr/>
          </p:nvGrpSpPr>
          <p:grpSpPr bwMode="auto">
            <a:xfrm>
              <a:off x="2352" y="1056"/>
              <a:ext cx="144" cy="144"/>
              <a:chOff x="2352" y="480"/>
              <a:chExt cx="144" cy="144"/>
            </a:xfrm>
          </p:grpSpPr>
          <p:sp>
            <p:nvSpPr>
              <p:cNvPr id="106" name="Rectangle 102">
                <a:extLst>
                  <a:ext uri="{FF2B5EF4-FFF2-40B4-BE49-F238E27FC236}">
                    <a16:creationId xmlns:a16="http://schemas.microsoft.com/office/drawing/2014/main" id="{91C400CE-DFE6-AE8D-EDC8-2B646301CD79}"/>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107" name="Rectangle 103">
                <a:extLst>
                  <a:ext uri="{FF2B5EF4-FFF2-40B4-BE49-F238E27FC236}">
                    <a16:creationId xmlns:a16="http://schemas.microsoft.com/office/drawing/2014/main" id="{1FB0B52D-EBC3-59CF-C2D4-87B7F14826A5}"/>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108" name="Group 104">
            <a:extLst>
              <a:ext uri="{FF2B5EF4-FFF2-40B4-BE49-F238E27FC236}">
                <a16:creationId xmlns:a16="http://schemas.microsoft.com/office/drawing/2014/main" id="{B040F269-78A3-E2DF-3C1C-0C0E662C1A82}"/>
              </a:ext>
            </a:extLst>
          </p:cNvPr>
          <p:cNvGrpSpPr>
            <a:grpSpLocks/>
          </p:cNvGrpSpPr>
          <p:nvPr/>
        </p:nvGrpSpPr>
        <p:grpSpPr bwMode="auto">
          <a:xfrm>
            <a:off x="3295650" y="3969544"/>
            <a:ext cx="457200" cy="457200"/>
            <a:chOff x="2304" y="1008"/>
            <a:chExt cx="240" cy="240"/>
          </a:xfrm>
        </p:grpSpPr>
        <p:sp>
          <p:nvSpPr>
            <p:cNvPr id="109" name="Oval 105">
              <a:extLst>
                <a:ext uri="{FF2B5EF4-FFF2-40B4-BE49-F238E27FC236}">
                  <a16:creationId xmlns:a16="http://schemas.microsoft.com/office/drawing/2014/main" id="{5DED2F13-8FB6-4114-5947-4DB5EFE2B08A}"/>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110" name="Group 106">
              <a:extLst>
                <a:ext uri="{FF2B5EF4-FFF2-40B4-BE49-F238E27FC236}">
                  <a16:creationId xmlns:a16="http://schemas.microsoft.com/office/drawing/2014/main" id="{4CE0F098-5546-4368-1392-A03BA414AE7E}"/>
                </a:ext>
              </a:extLst>
            </p:cNvPr>
            <p:cNvGrpSpPr>
              <a:grpSpLocks/>
            </p:cNvGrpSpPr>
            <p:nvPr/>
          </p:nvGrpSpPr>
          <p:grpSpPr bwMode="auto">
            <a:xfrm>
              <a:off x="2352" y="1056"/>
              <a:ext cx="144" cy="144"/>
              <a:chOff x="2352" y="480"/>
              <a:chExt cx="144" cy="144"/>
            </a:xfrm>
          </p:grpSpPr>
          <p:sp>
            <p:nvSpPr>
              <p:cNvPr id="111" name="Rectangle 107">
                <a:extLst>
                  <a:ext uri="{FF2B5EF4-FFF2-40B4-BE49-F238E27FC236}">
                    <a16:creationId xmlns:a16="http://schemas.microsoft.com/office/drawing/2014/main" id="{2E5D19AF-B121-FCD6-7840-C5EB9BD93579}"/>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112" name="Rectangle 108">
                <a:extLst>
                  <a:ext uri="{FF2B5EF4-FFF2-40B4-BE49-F238E27FC236}">
                    <a16:creationId xmlns:a16="http://schemas.microsoft.com/office/drawing/2014/main" id="{A710692F-A5A8-01E2-1744-845CE52CFC19}"/>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113" name="Group 109">
            <a:extLst>
              <a:ext uri="{FF2B5EF4-FFF2-40B4-BE49-F238E27FC236}">
                <a16:creationId xmlns:a16="http://schemas.microsoft.com/office/drawing/2014/main" id="{6DE718EE-2663-7885-D05B-076667F58718}"/>
              </a:ext>
            </a:extLst>
          </p:cNvPr>
          <p:cNvGrpSpPr>
            <a:grpSpLocks/>
          </p:cNvGrpSpPr>
          <p:nvPr/>
        </p:nvGrpSpPr>
        <p:grpSpPr bwMode="auto">
          <a:xfrm>
            <a:off x="3521869" y="4427935"/>
            <a:ext cx="457200" cy="457200"/>
            <a:chOff x="2304" y="1008"/>
            <a:chExt cx="240" cy="240"/>
          </a:xfrm>
        </p:grpSpPr>
        <p:sp>
          <p:nvSpPr>
            <p:cNvPr id="114" name="Oval 110">
              <a:extLst>
                <a:ext uri="{FF2B5EF4-FFF2-40B4-BE49-F238E27FC236}">
                  <a16:creationId xmlns:a16="http://schemas.microsoft.com/office/drawing/2014/main" id="{68CAA6B3-C383-99F0-8EF9-59CCCC001928}"/>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115" name="Group 111">
              <a:extLst>
                <a:ext uri="{FF2B5EF4-FFF2-40B4-BE49-F238E27FC236}">
                  <a16:creationId xmlns:a16="http://schemas.microsoft.com/office/drawing/2014/main" id="{78D7425B-1A25-2281-2642-A89DE5BD0A9F}"/>
                </a:ext>
              </a:extLst>
            </p:cNvPr>
            <p:cNvGrpSpPr>
              <a:grpSpLocks/>
            </p:cNvGrpSpPr>
            <p:nvPr/>
          </p:nvGrpSpPr>
          <p:grpSpPr bwMode="auto">
            <a:xfrm>
              <a:off x="2352" y="1056"/>
              <a:ext cx="144" cy="144"/>
              <a:chOff x="2352" y="480"/>
              <a:chExt cx="144" cy="144"/>
            </a:xfrm>
          </p:grpSpPr>
          <p:sp>
            <p:nvSpPr>
              <p:cNvPr id="116" name="Rectangle 112">
                <a:extLst>
                  <a:ext uri="{FF2B5EF4-FFF2-40B4-BE49-F238E27FC236}">
                    <a16:creationId xmlns:a16="http://schemas.microsoft.com/office/drawing/2014/main" id="{B5184DCA-32CD-D96D-5D5A-4249A3D502BD}"/>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117" name="Rectangle 113">
                <a:extLst>
                  <a:ext uri="{FF2B5EF4-FFF2-40B4-BE49-F238E27FC236}">
                    <a16:creationId xmlns:a16="http://schemas.microsoft.com/office/drawing/2014/main" id="{C733D22E-4978-1270-8974-76B5E078FD35}"/>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118" name="Group 114">
            <a:extLst>
              <a:ext uri="{FF2B5EF4-FFF2-40B4-BE49-F238E27FC236}">
                <a16:creationId xmlns:a16="http://schemas.microsoft.com/office/drawing/2014/main" id="{2B55E47E-0F8B-CA30-CB64-74DC7877698A}"/>
              </a:ext>
            </a:extLst>
          </p:cNvPr>
          <p:cNvGrpSpPr>
            <a:grpSpLocks/>
          </p:cNvGrpSpPr>
          <p:nvPr/>
        </p:nvGrpSpPr>
        <p:grpSpPr bwMode="auto">
          <a:xfrm>
            <a:off x="4002882" y="3969544"/>
            <a:ext cx="731044" cy="915591"/>
            <a:chOff x="2274" y="2486"/>
            <a:chExt cx="614" cy="769"/>
          </a:xfrm>
        </p:grpSpPr>
        <p:grpSp>
          <p:nvGrpSpPr>
            <p:cNvPr id="119" name="Group 115">
              <a:extLst>
                <a:ext uri="{FF2B5EF4-FFF2-40B4-BE49-F238E27FC236}">
                  <a16:creationId xmlns:a16="http://schemas.microsoft.com/office/drawing/2014/main" id="{ED2E602C-6E34-4B36-6357-6045DDB729A0}"/>
                </a:ext>
              </a:extLst>
            </p:cNvPr>
            <p:cNvGrpSpPr>
              <a:grpSpLocks/>
            </p:cNvGrpSpPr>
            <p:nvPr/>
          </p:nvGrpSpPr>
          <p:grpSpPr bwMode="auto">
            <a:xfrm>
              <a:off x="2274" y="2640"/>
              <a:ext cx="384" cy="384"/>
              <a:chOff x="2304" y="1008"/>
              <a:chExt cx="240" cy="240"/>
            </a:xfrm>
          </p:grpSpPr>
          <p:sp>
            <p:nvSpPr>
              <p:cNvPr id="130" name="Oval 116">
                <a:extLst>
                  <a:ext uri="{FF2B5EF4-FFF2-40B4-BE49-F238E27FC236}">
                    <a16:creationId xmlns:a16="http://schemas.microsoft.com/office/drawing/2014/main" id="{B37F968E-3BE5-67C4-5890-3F376E3741F0}"/>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131" name="Group 117">
                <a:extLst>
                  <a:ext uri="{FF2B5EF4-FFF2-40B4-BE49-F238E27FC236}">
                    <a16:creationId xmlns:a16="http://schemas.microsoft.com/office/drawing/2014/main" id="{5A75291D-0A3F-3494-5258-AF86AF9399C1}"/>
                  </a:ext>
                </a:extLst>
              </p:cNvPr>
              <p:cNvGrpSpPr>
                <a:grpSpLocks/>
              </p:cNvGrpSpPr>
              <p:nvPr/>
            </p:nvGrpSpPr>
            <p:grpSpPr bwMode="auto">
              <a:xfrm>
                <a:off x="2352" y="1056"/>
                <a:ext cx="144" cy="144"/>
                <a:chOff x="2352" y="480"/>
                <a:chExt cx="144" cy="144"/>
              </a:xfrm>
            </p:grpSpPr>
            <p:sp>
              <p:nvSpPr>
                <p:cNvPr id="132" name="Rectangle 118">
                  <a:extLst>
                    <a:ext uri="{FF2B5EF4-FFF2-40B4-BE49-F238E27FC236}">
                      <a16:creationId xmlns:a16="http://schemas.microsoft.com/office/drawing/2014/main" id="{2576B2C5-9064-1B84-305F-4221B2428620}"/>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133" name="Rectangle 119">
                  <a:extLst>
                    <a:ext uri="{FF2B5EF4-FFF2-40B4-BE49-F238E27FC236}">
                      <a16:creationId xmlns:a16="http://schemas.microsoft.com/office/drawing/2014/main" id="{75F09BA6-E89C-EA18-55B6-71B27202C8AD}"/>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120" name="Group 120">
              <a:extLst>
                <a:ext uri="{FF2B5EF4-FFF2-40B4-BE49-F238E27FC236}">
                  <a16:creationId xmlns:a16="http://schemas.microsoft.com/office/drawing/2014/main" id="{3CE0A980-4315-81F5-B437-9CD7B2336CB4}"/>
                </a:ext>
              </a:extLst>
            </p:cNvPr>
            <p:cNvGrpSpPr>
              <a:grpSpLocks/>
            </p:cNvGrpSpPr>
            <p:nvPr/>
          </p:nvGrpSpPr>
          <p:grpSpPr bwMode="auto">
            <a:xfrm>
              <a:off x="2503" y="2871"/>
              <a:ext cx="384" cy="384"/>
              <a:chOff x="2304" y="1008"/>
              <a:chExt cx="240" cy="240"/>
            </a:xfrm>
          </p:grpSpPr>
          <p:sp>
            <p:nvSpPr>
              <p:cNvPr id="126" name="Oval 121">
                <a:extLst>
                  <a:ext uri="{FF2B5EF4-FFF2-40B4-BE49-F238E27FC236}">
                    <a16:creationId xmlns:a16="http://schemas.microsoft.com/office/drawing/2014/main" id="{792E52D4-A3CC-1DD1-589A-F4507D282038}"/>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127" name="Group 122">
                <a:extLst>
                  <a:ext uri="{FF2B5EF4-FFF2-40B4-BE49-F238E27FC236}">
                    <a16:creationId xmlns:a16="http://schemas.microsoft.com/office/drawing/2014/main" id="{FA244DF3-9A2E-446E-9172-0F81BF394453}"/>
                  </a:ext>
                </a:extLst>
              </p:cNvPr>
              <p:cNvGrpSpPr>
                <a:grpSpLocks/>
              </p:cNvGrpSpPr>
              <p:nvPr/>
            </p:nvGrpSpPr>
            <p:grpSpPr bwMode="auto">
              <a:xfrm>
                <a:off x="2352" y="1056"/>
                <a:ext cx="144" cy="144"/>
                <a:chOff x="2352" y="480"/>
                <a:chExt cx="144" cy="144"/>
              </a:xfrm>
            </p:grpSpPr>
            <p:sp>
              <p:nvSpPr>
                <p:cNvPr id="128" name="Rectangle 123">
                  <a:extLst>
                    <a:ext uri="{FF2B5EF4-FFF2-40B4-BE49-F238E27FC236}">
                      <a16:creationId xmlns:a16="http://schemas.microsoft.com/office/drawing/2014/main" id="{2CE1BB36-7CC1-9F6F-377B-92F9935A84B4}"/>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129" name="Rectangle 124">
                  <a:extLst>
                    <a:ext uri="{FF2B5EF4-FFF2-40B4-BE49-F238E27FC236}">
                      <a16:creationId xmlns:a16="http://schemas.microsoft.com/office/drawing/2014/main" id="{9BFB1D70-92C3-96B7-1613-08CF5407B12D}"/>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121" name="Group 125">
              <a:extLst>
                <a:ext uri="{FF2B5EF4-FFF2-40B4-BE49-F238E27FC236}">
                  <a16:creationId xmlns:a16="http://schemas.microsoft.com/office/drawing/2014/main" id="{9E6186CF-E288-3572-995E-462DBA3D4596}"/>
                </a:ext>
              </a:extLst>
            </p:cNvPr>
            <p:cNvGrpSpPr>
              <a:grpSpLocks/>
            </p:cNvGrpSpPr>
            <p:nvPr/>
          </p:nvGrpSpPr>
          <p:grpSpPr bwMode="auto">
            <a:xfrm>
              <a:off x="2504" y="2486"/>
              <a:ext cx="384" cy="384"/>
              <a:chOff x="2304" y="1008"/>
              <a:chExt cx="240" cy="240"/>
            </a:xfrm>
          </p:grpSpPr>
          <p:sp>
            <p:nvSpPr>
              <p:cNvPr id="122" name="Oval 126">
                <a:extLst>
                  <a:ext uri="{FF2B5EF4-FFF2-40B4-BE49-F238E27FC236}">
                    <a16:creationId xmlns:a16="http://schemas.microsoft.com/office/drawing/2014/main" id="{3B86AB18-F826-0191-E69B-2E137E8E58EE}"/>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123" name="Group 127">
                <a:extLst>
                  <a:ext uri="{FF2B5EF4-FFF2-40B4-BE49-F238E27FC236}">
                    <a16:creationId xmlns:a16="http://schemas.microsoft.com/office/drawing/2014/main" id="{3F6FED84-E841-A103-9EA2-077CF38480B3}"/>
                  </a:ext>
                </a:extLst>
              </p:cNvPr>
              <p:cNvGrpSpPr>
                <a:grpSpLocks/>
              </p:cNvGrpSpPr>
              <p:nvPr/>
            </p:nvGrpSpPr>
            <p:grpSpPr bwMode="auto">
              <a:xfrm>
                <a:off x="2352" y="1056"/>
                <a:ext cx="144" cy="144"/>
                <a:chOff x="2352" y="480"/>
                <a:chExt cx="144" cy="144"/>
              </a:xfrm>
            </p:grpSpPr>
            <p:sp>
              <p:nvSpPr>
                <p:cNvPr id="124" name="Rectangle 128">
                  <a:extLst>
                    <a:ext uri="{FF2B5EF4-FFF2-40B4-BE49-F238E27FC236}">
                      <a16:creationId xmlns:a16="http://schemas.microsoft.com/office/drawing/2014/main" id="{9B6DC010-67DB-C092-419B-0CFD02123555}"/>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125" name="Rectangle 129">
                  <a:extLst>
                    <a:ext uri="{FF2B5EF4-FFF2-40B4-BE49-F238E27FC236}">
                      <a16:creationId xmlns:a16="http://schemas.microsoft.com/office/drawing/2014/main" id="{A03FCE21-0B61-8EFD-D31C-133051E91703}"/>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grpSp>
        <p:nvGrpSpPr>
          <p:cNvPr id="134" name="Group 130">
            <a:extLst>
              <a:ext uri="{FF2B5EF4-FFF2-40B4-BE49-F238E27FC236}">
                <a16:creationId xmlns:a16="http://schemas.microsoft.com/office/drawing/2014/main" id="{50D90BD8-C348-0AAF-6218-A37EF765922D}"/>
              </a:ext>
            </a:extLst>
          </p:cNvPr>
          <p:cNvGrpSpPr>
            <a:grpSpLocks/>
          </p:cNvGrpSpPr>
          <p:nvPr/>
        </p:nvGrpSpPr>
        <p:grpSpPr bwMode="auto">
          <a:xfrm>
            <a:off x="3729038" y="4062413"/>
            <a:ext cx="457200" cy="457200"/>
            <a:chOff x="2304" y="1008"/>
            <a:chExt cx="240" cy="240"/>
          </a:xfrm>
        </p:grpSpPr>
        <p:sp>
          <p:nvSpPr>
            <p:cNvPr id="135" name="Oval 131">
              <a:extLst>
                <a:ext uri="{FF2B5EF4-FFF2-40B4-BE49-F238E27FC236}">
                  <a16:creationId xmlns:a16="http://schemas.microsoft.com/office/drawing/2014/main" id="{DEF2E645-36A6-E258-607C-4709FF5C1EF1}"/>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136" name="Group 132">
              <a:extLst>
                <a:ext uri="{FF2B5EF4-FFF2-40B4-BE49-F238E27FC236}">
                  <a16:creationId xmlns:a16="http://schemas.microsoft.com/office/drawing/2014/main" id="{5F6181C7-5E90-89F1-E8AC-2EB93F324FD1}"/>
                </a:ext>
              </a:extLst>
            </p:cNvPr>
            <p:cNvGrpSpPr>
              <a:grpSpLocks/>
            </p:cNvGrpSpPr>
            <p:nvPr/>
          </p:nvGrpSpPr>
          <p:grpSpPr bwMode="auto">
            <a:xfrm>
              <a:off x="2352" y="1056"/>
              <a:ext cx="144" cy="144"/>
              <a:chOff x="2352" y="480"/>
              <a:chExt cx="144" cy="144"/>
            </a:xfrm>
          </p:grpSpPr>
          <p:sp>
            <p:nvSpPr>
              <p:cNvPr id="137" name="Rectangle 133">
                <a:extLst>
                  <a:ext uri="{FF2B5EF4-FFF2-40B4-BE49-F238E27FC236}">
                    <a16:creationId xmlns:a16="http://schemas.microsoft.com/office/drawing/2014/main" id="{5BA69691-10F7-361B-88E8-5187AC86FBA2}"/>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138" name="Rectangle 134">
                <a:extLst>
                  <a:ext uri="{FF2B5EF4-FFF2-40B4-BE49-F238E27FC236}">
                    <a16:creationId xmlns:a16="http://schemas.microsoft.com/office/drawing/2014/main" id="{96CCB656-A8B2-0C16-C72A-944B10C7CD7A}"/>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sp>
        <p:nvSpPr>
          <p:cNvPr id="139" name="Rectangle 135">
            <a:extLst>
              <a:ext uri="{FF2B5EF4-FFF2-40B4-BE49-F238E27FC236}">
                <a16:creationId xmlns:a16="http://schemas.microsoft.com/office/drawing/2014/main" id="{CBE7331C-A5C6-3FF1-0994-BBA0F901FA90}"/>
              </a:ext>
            </a:extLst>
          </p:cNvPr>
          <p:cNvSpPr>
            <a:spLocks noChangeArrowheads="1"/>
          </p:cNvSpPr>
          <p:nvPr/>
        </p:nvSpPr>
        <p:spPr bwMode="auto">
          <a:xfrm>
            <a:off x="3112295" y="3524250"/>
            <a:ext cx="1669256" cy="1428750"/>
          </a:xfrm>
          <a:prstGeom prst="rect">
            <a:avLst/>
          </a:prstGeom>
          <a:noFill/>
          <a:ln w="38100">
            <a:solidFill>
              <a:schemeClr val="tx1"/>
            </a:solidFill>
            <a:miter lim="800000"/>
            <a:headEnd/>
            <a:tailEnd/>
          </a:ln>
          <a:effectLst/>
        </p:spPr>
        <p:txBody>
          <a:bodyPr wrap="none" anchor="ctr"/>
          <a:lstStyle/>
          <a:p>
            <a:endParaRPr lang="en-US" sz="1350"/>
          </a:p>
        </p:txBody>
      </p:sp>
      <p:sp>
        <p:nvSpPr>
          <p:cNvPr id="140" name="Rectangle 136">
            <a:extLst>
              <a:ext uri="{FF2B5EF4-FFF2-40B4-BE49-F238E27FC236}">
                <a16:creationId xmlns:a16="http://schemas.microsoft.com/office/drawing/2014/main" id="{E1CD6C1D-F660-B381-FF30-9061C5D7C87A}"/>
              </a:ext>
            </a:extLst>
          </p:cNvPr>
          <p:cNvSpPr>
            <a:spLocks noChangeArrowheads="1"/>
          </p:cNvSpPr>
          <p:nvPr/>
        </p:nvSpPr>
        <p:spPr bwMode="auto">
          <a:xfrm>
            <a:off x="4769645" y="3524250"/>
            <a:ext cx="1669256" cy="1428750"/>
          </a:xfrm>
          <a:prstGeom prst="rect">
            <a:avLst/>
          </a:prstGeom>
          <a:noFill/>
          <a:ln w="38100">
            <a:solidFill>
              <a:schemeClr val="tx1"/>
            </a:solidFill>
            <a:miter lim="800000"/>
            <a:headEnd/>
            <a:tailEnd/>
          </a:ln>
          <a:effectLst/>
        </p:spPr>
        <p:txBody>
          <a:bodyPr wrap="none" anchor="ctr"/>
          <a:lstStyle/>
          <a:p>
            <a:endParaRPr lang="en-US" sz="1350"/>
          </a:p>
        </p:txBody>
      </p:sp>
      <p:sp>
        <p:nvSpPr>
          <p:cNvPr id="141" name="Rectangle 137">
            <a:extLst>
              <a:ext uri="{FF2B5EF4-FFF2-40B4-BE49-F238E27FC236}">
                <a16:creationId xmlns:a16="http://schemas.microsoft.com/office/drawing/2014/main" id="{D02D29B7-A650-E2AE-A3BB-DB0D342B98BF}"/>
              </a:ext>
            </a:extLst>
          </p:cNvPr>
          <p:cNvSpPr>
            <a:spLocks noChangeArrowheads="1"/>
          </p:cNvSpPr>
          <p:nvPr/>
        </p:nvSpPr>
        <p:spPr bwMode="auto">
          <a:xfrm>
            <a:off x="1295401" y="3409950"/>
            <a:ext cx="1816894" cy="1657350"/>
          </a:xfrm>
          <a:prstGeom prst="rect">
            <a:avLst/>
          </a:prstGeom>
          <a:solidFill>
            <a:schemeClr val="bg1"/>
          </a:solidFill>
          <a:ln w="9525">
            <a:noFill/>
            <a:miter lim="800000"/>
            <a:headEnd/>
            <a:tailEnd/>
          </a:ln>
          <a:effectLst/>
        </p:spPr>
        <p:txBody>
          <a:bodyPr wrap="none" anchor="ctr"/>
          <a:lstStyle/>
          <a:p>
            <a:endParaRPr lang="en-US" sz="1350"/>
          </a:p>
        </p:txBody>
      </p:sp>
      <p:sp>
        <p:nvSpPr>
          <p:cNvPr id="142" name="Rectangle 138">
            <a:extLst>
              <a:ext uri="{FF2B5EF4-FFF2-40B4-BE49-F238E27FC236}">
                <a16:creationId xmlns:a16="http://schemas.microsoft.com/office/drawing/2014/main" id="{44CEE477-0EA6-1326-303F-BF6E1CD7B512}"/>
              </a:ext>
            </a:extLst>
          </p:cNvPr>
          <p:cNvSpPr>
            <a:spLocks noChangeArrowheads="1"/>
          </p:cNvSpPr>
          <p:nvPr/>
        </p:nvSpPr>
        <p:spPr bwMode="auto">
          <a:xfrm>
            <a:off x="6438900" y="3238500"/>
            <a:ext cx="1714500" cy="2114550"/>
          </a:xfrm>
          <a:prstGeom prst="rect">
            <a:avLst/>
          </a:prstGeom>
          <a:solidFill>
            <a:schemeClr val="bg1"/>
          </a:solidFill>
          <a:ln w="9525">
            <a:noFill/>
            <a:miter lim="800000"/>
            <a:headEnd/>
            <a:tailEnd/>
          </a:ln>
          <a:effectLst/>
        </p:spPr>
        <p:txBody>
          <a:bodyPr wrap="none" anchor="ctr"/>
          <a:lstStyle/>
          <a:p>
            <a:endParaRPr lang="en-US" sz="1350"/>
          </a:p>
        </p:txBody>
      </p:sp>
      <p:grpSp>
        <p:nvGrpSpPr>
          <p:cNvPr id="143" name="Group 139">
            <a:extLst>
              <a:ext uri="{FF2B5EF4-FFF2-40B4-BE49-F238E27FC236}">
                <a16:creationId xmlns:a16="http://schemas.microsoft.com/office/drawing/2014/main" id="{E2C24A09-16AD-A00C-FDBC-A24B8688D234}"/>
              </a:ext>
            </a:extLst>
          </p:cNvPr>
          <p:cNvGrpSpPr>
            <a:grpSpLocks/>
          </p:cNvGrpSpPr>
          <p:nvPr/>
        </p:nvGrpSpPr>
        <p:grpSpPr bwMode="auto">
          <a:xfrm>
            <a:off x="4632724" y="1995488"/>
            <a:ext cx="496490" cy="571500"/>
            <a:chOff x="864" y="1152"/>
            <a:chExt cx="417" cy="480"/>
          </a:xfrm>
        </p:grpSpPr>
        <p:sp>
          <p:nvSpPr>
            <p:cNvPr id="144" name="Line 140">
              <a:extLst>
                <a:ext uri="{FF2B5EF4-FFF2-40B4-BE49-F238E27FC236}">
                  <a16:creationId xmlns:a16="http://schemas.microsoft.com/office/drawing/2014/main" id="{E78E800C-3E27-361E-A5B6-30062CFDCBCE}"/>
                </a:ext>
              </a:extLst>
            </p:cNvPr>
            <p:cNvSpPr>
              <a:spLocks noChangeShapeType="1"/>
            </p:cNvSpPr>
            <p:nvPr/>
          </p:nvSpPr>
          <p:spPr bwMode="auto">
            <a:xfrm>
              <a:off x="864" y="1152"/>
              <a:ext cx="0" cy="480"/>
            </a:xfrm>
            <a:prstGeom prst="line">
              <a:avLst/>
            </a:prstGeom>
            <a:noFill/>
            <a:ln w="57150">
              <a:solidFill>
                <a:schemeClr val="tx1"/>
              </a:solidFill>
              <a:round/>
              <a:headEnd/>
              <a:tailEnd/>
            </a:ln>
            <a:effectLst/>
          </p:spPr>
          <p:txBody>
            <a:bodyPr wrap="none" anchor="ctr"/>
            <a:lstStyle/>
            <a:p>
              <a:endParaRPr lang="en-US" sz="1350"/>
            </a:p>
          </p:txBody>
        </p:sp>
        <p:sp>
          <p:nvSpPr>
            <p:cNvPr id="145" name="Line 141">
              <a:extLst>
                <a:ext uri="{FF2B5EF4-FFF2-40B4-BE49-F238E27FC236}">
                  <a16:creationId xmlns:a16="http://schemas.microsoft.com/office/drawing/2014/main" id="{5D64E551-CF27-5B38-8F2D-F0EC3E97FF59}"/>
                </a:ext>
              </a:extLst>
            </p:cNvPr>
            <p:cNvSpPr>
              <a:spLocks noChangeShapeType="1"/>
            </p:cNvSpPr>
            <p:nvPr/>
          </p:nvSpPr>
          <p:spPr bwMode="auto">
            <a:xfrm>
              <a:off x="1152" y="1152"/>
              <a:ext cx="0" cy="480"/>
            </a:xfrm>
            <a:prstGeom prst="line">
              <a:avLst/>
            </a:prstGeom>
            <a:noFill/>
            <a:ln w="57150">
              <a:solidFill>
                <a:schemeClr val="tx1"/>
              </a:solidFill>
              <a:round/>
              <a:headEnd/>
              <a:tailEnd/>
            </a:ln>
            <a:effectLst/>
          </p:spPr>
          <p:txBody>
            <a:bodyPr wrap="none" anchor="ctr"/>
            <a:lstStyle/>
            <a:p>
              <a:endParaRPr lang="en-US" sz="1350"/>
            </a:p>
          </p:txBody>
        </p:sp>
        <p:sp>
          <p:nvSpPr>
            <p:cNvPr id="146" name="Line 142">
              <a:extLst>
                <a:ext uri="{FF2B5EF4-FFF2-40B4-BE49-F238E27FC236}">
                  <a16:creationId xmlns:a16="http://schemas.microsoft.com/office/drawing/2014/main" id="{990E28E4-F2D0-E5F0-8733-869299BA3F4B}"/>
                </a:ext>
              </a:extLst>
            </p:cNvPr>
            <p:cNvSpPr>
              <a:spLocks noChangeShapeType="1"/>
            </p:cNvSpPr>
            <p:nvPr/>
          </p:nvSpPr>
          <p:spPr bwMode="auto">
            <a:xfrm>
              <a:off x="1281" y="1248"/>
              <a:ext cx="0" cy="306"/>
            </a:xfrm>
            <a:prstGeom prst="line">
              <a:avLst/>
            </a:prstGeom>
            <a:noFill/>
            <a:ln w="57150">
              <a:solidFill>
                <a:schemeClr val="tx1"/>
              </a:solidFill>
              <a:round/>
              <a:headEnd/>
              <a:tailEnd/>
            </a:ln>
            <a:effectLst/>
          </p:spPr>
          <p:txBody>
            <a:bodyPr wrap="none" anchor="ctr"/>
            <a:lstStyle/>
            <a:p>
              <a:endParaRPr lang="en-US" sz="1350"/>
            </a:p>
          </p:txBody>
        </p:sp>
        <p:sp>
          <p:nvSpPr>
            <p:cNvPr id="147" name="Line 143">
              <a:extLst>
                <a:ext uri="{FF2B5EF4-FFF2-40B4-BE49-F238E27FC236}">
                  <a16:creationId xmlns:a16="http://schemas.microsoft.com/office/drawing/2014/main" id="{BF5D4AC4-034F-76E7-92C7-220B5A3F4785}"/>
                </a:ext>
              </a:extLst>
            </p:cNvPr>
            <p:cNvSpPr>
              <a:spLocks noChangeShapeType="1"/>
            </p:cNvSpPr>
            <p:nvPr/>
          </p:nvSpPr>
          <p:spPr bwMode="auto">
            <a:xfrm>
              <a:off x="1008" y="1248"/>
              <a:ext cx="0" cy="306"/>
            </a:xfrm>
            <a:prstGeom prst="line">
              <a:avLst/>
            </a:prstGeom>
            <a:noFill/>
            <a:ln w="57150">
              <a:solidFill>
                <a:schemeClr val="tx1"/>
              </a:solidFill>
              <a:round/>
              <a:headEnd/>
              <a:tailEnd/>
            </a:ln>
            <a:effectLst/>
          </p:spPr>
          <p:txBody>
            <a:bodyPr wrap="none" anchor="ctr"/>
            <a:lstStyle/>
            <a:p>
              <a:endParaRPr lang="en-US" sz="1350"/>
            </a:p>
          </p:txBody>
        </p:sp>
      </p:grpSp>
      <p:grpSp>
        <p:nvGrpSpPr>
          <p:cNvPr id="148" name="Group 144">
            <a:extLst>
              <a:ext uri="{FF2B5EF4-FFF2-40B4-BE49-F238E27FC236}">
                <a16:creationId xmlns:a16="http://schemas.microsoft.com/office/drawing/2014/main" id="{B1021718-91B7-F227-C79B-E3E1613F1879}"/>
              </a:ext>
            </a:extLst>
          </p:cNvPr>
          <p:cNvGrpSpPr>
            <a:grpSpLocks/>
          </p:cNvGrpSpPr>
          <p:nvPr/>
        </p:nvGrpSpPr>
        <p:grpSpPr bwMode="auto">
          <a:xfrm rot="5400000">
            <a:off x="3738564" y="1877616"/>
            <a:ext cx="277415" cy="772716"/>
            <a:chOff x="709" y="1285"/>
            <a:chExt cx="233" cy="649"/>
          </a:xfrm>
        </p:grpSpPr>
        <p:sp>
          <p:nvSpPr>
            <p:cNvPr id="149" name="Line 145">
              <a:extLst>
                <a:ext uri="{FF2B5EF4-FFF2-40B4-BE49-F238E27FC236}">
                  <a16:creationId xmlns:a16="http://schemas.microsoft.com/office/drawing/2014/main" id="{20230B9F-27B4-1D96-3BB3-8FE6D96BC7E5}"/>
                </a:ext>
              </a:extLst>
            </p:cNvPr>
            <p:cNvSpPr>
              <a:spLocks noChangeShapeType="1"/>
            </p:cNvSpPr>
            <p:nvPr/>
          </p:nvSpPr>
          <p:spPr bwMode="auto">
            <a:xfrm flipV="1">
              <a:off x="724" y="1448"/>
              <a:ext cx="207" cy="103"/>
            </a:xfrm>
            <a:prstGeom prst="line">
              <a:avLst/>
            </a:prstGeom>
            <a:noFill/>
            <a:ln w="57150">
              <a:solidFill>
                <a:schemeClr val="tx1"/>
              </a:solidFill>
              <a:round/>
              <a:headEnd/>
              <a:tailEnd/>
            </a:ln>
            <a:effectLst/>
          </p:spPr>
          <p:txBody>
            <a:bodyPr wrap="none" anchor="ctr"/>
            <a:lstStyle/>
            <a:p>
              <a:endParaRPr lang="en-US" sz="1350"/>
            </a:p>
          </p:txBody>
        </p:sp>
        <p:sp>
          <p:nvSpPr>
            <p:cNvPr id="150" name="Line 146">
              <a:extLst>
                <a:ext uri="{FF2B5EF4-FFF2-40B4-BE49-F238E27FC236}">
                  <a16:creationId xmlns:a16="http://schemas.microsoft.com/office/drawing/2014/main" id="{644514CE-E751-1A45-7BFA-EA0F174FD046}"/>
                </a:ext>
              </a:extLst>
            </p:cNvPr>
            <p:cNvSpPr>
              <a:spLocks noChangeShapeType="1"/>
            </p:cNvSpPr>
            <p:nvPr/>
          </p:nvSpPr>
          <p:spPr bwMode="auto">
            <a:xfrm flipV="1">
              <a:off x="709" y="1654"/>
              <a:ext cx="207" cy="103"/>
            </a:xfrm>
            <a:prstGeom prst="line">
              <a:avLst/>
            </a:prstGeom>
            <a:noFill/>
            <a:ln w="57150">
              <a:solidFill>
                <a:schemeClr val="tx1"/>
              </a:solidFill>
              <a:round/>
              <a:headEnd/>
              <a:tailEnd/>
            </a:ln>
            <a:effectLst/>
          </p:spPr>
          <p:txBody>
            <a:bodyPr wrap="none" anchor="ctr"/>
            <a:lstStyle/>
            <a:p>
              <a:endParaRPr lang="en-US" sz="1350"/>
            </a:p>
          </p:txBody>
        </p:sp>
        <p:sp>
          <p:nvSpPr>
            <p:cNvPr id="151" name="Line 147">
              <a:extLst>
                <a:ext uri="{FF2B5EF4-FFF2-40B4-BE49-F238E27FC236}">
                  <a16:creationId xmlns:a16="http://schemas.microsoft.com/office/drawing/2014/main" id="{1F73B4E2-3AD4-AA26-F562-D32C9E9A3EBC}"/>
                </a:ext>
              </a:extLst>
            </p:cNvPr>
            <p:cNvSpPr>
              <a:spLocks noChangeShapeType="1"/>
            </p:cNvSpPr>
            <p:nvPr/>
          </p:nvSpPr>
          <p:spPr bwMode="auto">
            <a:xfrm flipH="1" flipV="1">
              <a:off x="724" y="1551"/>
              <a:ext cx="207" cy="103"/>
            </a:xfrm>
            <a:prstGeom prst="line">
              <a:avLst/>
            </a:prstGeom>
            <a:noFill/>
            <a:ln w="57150">
              <a:solidFill>
                <a:schemeClr val="tx1"/>
              </a:solidFill>
              <a:round/>
              <a:headEnd/>
              <a:tailEnd/>
            </a:ln>
            <a:effectLst/>
          </p:spPr>
          <p:txBody>
            <a:bodyPr wrap="none" anchor="ctr"/>
            <a:lstStyle/>
            <a:p>
              <a:endParaRPr lang="en-US" sz="1350"/>
            </a:p>
          </p:txBody>
        </p:sp>
        <p:sp>
          <p:nvSpPr>
            <p:cNvPr id="152" name="Line 148">
              <a:extLst>
                <a:ext uri="{FF2B5EF4-FFF2-40B4-BE49-F238E27FC236}">
                  <a16:creationId xmlns:a16="http://schemas.microsoft.com/office/drawing/2014/main" id="{AFE53E4E-BDE0-D17B-5362-C0C1A3A6671A}"/>
                </a:ext>
              </a:extLst>
            </p:cNvPr>
            <p:cNvSpPr>
              <a:spLocks noChangeShapeType="1"/>
            </p:cNvSpPr>
            <p:nvPr/>
          </p:nvSpPr>
          <p:spPr bwMode="auto">
            <a:xfrm flipH="1" flipV="1">
              <a:off x="724" y="1769"/>
              <a:ext cx="207" cy="103"/>
            </a:xfrm>
            <a:prstGeom prst="line">
              <a:avLst/>
            </a:prstGeom>
            <a:noFill/>
            <a:ln w="57150">
              <a:solidFill>
                <a:schemeClr val="tx1"/>
              </a:solidFill>
              <a:round/>
              <a:headEnd/>
              <a:tailEnd/>
            </a:ln>
            <a:effectLst/>
          </p:spPr>
          <p:txBody>
            <a:bodyPr wrap="none" anchor="ctr"/>
            <a:lstStyle/>
            <a:p>
              <a:endParaRPr lang="en-US" sz="1350"/>
            </a:p>
          </p:txBody>
        </p:sp>
        <p:sp>
          <p:nvSpPr>
            <p:cNvPr id="153" name="Line 149">
              <a:extLst>
                <a:ext uri="{FF2B5EF4-FFF2-40B4-BE49-F238E27FC236}">
                  <a16:creationId xmlns:a16="http://schemas.microsoft.com/office/drawing/2014/main" id="{AFA88E33-9D99-2FA3-8656-D041F600ACF3}"/>
                </a:ext>
              </a:extLst>
            </p:cNvPr>
            <p:cNvSpPr>
              <a:spLocks noChangeShapeType="1"/>
            </p:cNvSpPr>
            <p:nvPr/>
          </p:nvSpPr>
          <p:spPr bwMode="auto">
            <a:xfrm flipH="1" flipV="1">
              <a:off x="709" y="1345"/>
              <a:ext cx="207" cy="103"/>
            </a:xfrm>
            <a:prstGeom prst="line">
              <a:avLst/>
            </a:prstGeom>
            <a:noFill/>
            <a:ln w="57150">
              <a:solidFill>
                <a:schemeClr val="tx1"/>
              </a:solidFill>
              <a:round/>
              <a:headEnd/>
              <a:tailEnd/>
            </a:ln>
            <a:effectLst/>
          </p:spPr>
          <p:txBody>
            <a:bodyPr wrap="none" anchor="ctr"/>
            <a:lstStyle/>
            <a:p>
              <a:endParaRPr lang="en-US" sz="1350"/>
            </a:p>
          </p:txBody>
        </p:sp>
        <p:sp>
          <p:nvSpPr>
            <p:cNvPr id="154" name="Freeform 150">
              <a:extLst>
                <a:ext uri="{FF2B5EF4-FFF2-40B4-BE49-F238E27FC236}">
                  <a16:creationId xmlns:a16="http://schemas.microsoft.com/office/drawing/2014/main" id="{F7BEBFB9-F386-1E3D-202A-71BF31F5B281}"/>
                </a:ext>
              </a:extLst>
            </p:cNvPr>
            <p:cNvSpPr>
              <a:spLocks/>
            </p:cNvSpPr>
            <p:nvPr/>
          </p:nvSpPr>
          <p:spPr bwMode="auto">
            <a:xfrm flipH="1">
              <a:off x="811" y="1866"/>
              <a:ext cx="131" cy="68"/>
            </a:xfrm>
            <a:custGeom>
              <a:avLst/>
              <a:gdLst/>
              <a:ahLst/>
              <a:cxnLst>
                <a:cxn ang="0">
                  <a:pos x="131" y="68"/>
                </a:cxn>
                <a:cxn ang="0">
                  <a:pos x="0" y="0"/>
                </a:cxn>
              </a:cxnLst>
              <a:rect l="0" t="0" r="r" b="b"/>
              <a:pathLst>
                <a:path w="131" h="68">
                  <a:moveTo>
                    <a:pt x="131" y="68"/>
                  </a:moveTo>
                  <a:lnTo>
                    <a:pt x="0" y="0"/>
                  </a:lnTo>
                </a:path>
              </a:pathLst>
            </a:custGeom>
            <a:noFill/>
            <a:ln w="57150" cap="flat" cmpd="sng">
              <a:solidFill>
                <a:schemeClr val="tx1"/>
              </a:solidFill>
              <a:prstDash val="solid"/>
              <a:round/>
              <a:headEnd type="none" w="med" len="med"/>
              <a:tailEnd type="none" w="med" len="med"/>
            </a:ln>
            <a:effectLst/>
          </p:spPr>
          <p:txBody>
            <a:bodyPr wrap="none" anchor="ctr"/>
            <a:lstStyle/>
            <a:p>
              <a:endParaRPr lang="en-US" sz="1350"/>
            </a:p>
          </p:txBody>
        </p:sp>
        <p:sp>
          <p:nvSpPr>
            <p:cNvPr id="155" name="Freeform 151">
              <a:extLst>
                <a:ext uri="{FF2B5EF4-FFF2-40B4-BE49-F238E27FC236}">
                  <a16:creationId xmlns:a16="http://schemas.microsoft.com/office/drawing/2014/main" id="{F06F49A6-6DF3-D5A5-0B57-F6951047201D}"/>
                </a:ext>
              </a:extLst>
            </p:cNvPr>
            <p:cNvSpPr>
              <a:spLocks/>
            </p:cNvSpPr>
            <p:nvPr/>
          </p:nvSpPr>
          <p:spPr bwMode="auto">
            <a:xfrm flipH="1">
              <a:off x="710" y="1285"/>
              <a:ext cx="131" cy="68"/>
            </a:xfrm>
            <a:custGeom>
              <a:avLst/>
              <a:gdLst/>
              <a:ahLst/>
              <a:cxnLst>
                <a:cxn ang="0">
                  <a:pos x="131" y="68"/>
                </a:cxn>
                <a:cxn ang="0">
                  <a:pos x="0" y="0"/>
                </a:cxn>
              </a:cxnLst>
              <a:rect l="0" t="0" r="r" b="b"/>
              <a:pathLst>
                <a:path w="131" h="68">
                  <a:moveTo>
                    <a:pt x="131" y="68"/>
                  </a:moveTo>
                  <a:lnTo>
                    <a:pt x="0" y="0"/>
                  </a:lnTo>
                </a:path>
              </a:pathLst>
            </a:custGeom>
            <a:noFill/>
            <a:ln w="57150" cap="flat" cmpd="sng">
              <a:solidFill>
                <a:schemeClr val="tx1"/>
              </a:solidFill>
              <a:prstDash val="solid"/>
              <a:round/>
              <a:headEnd type="none" w="med" len="med"/>
              <a:tailEnd type="none" w="med" len="med"/>
            </a:ln>
            <a:effectLst/>
          </p:spPr>
          <p:txBody>
            <a:bodyPr wrap="none" anchor="ctr"/>
            <a:lstStyle/>
            <a:p>
              <a:endParaRPr lang="en-US" sz="1350"/>
            </a:p>
          </p:txBody>
        </p:sp>
      </p:grpSp>
      <p:sp>
        <p:nvSpPr>
          <p:cNvPr id="156" name="Line 152">
            <a:extLst>
              <a:ext uri="{FF2B5EF4-FFF2-40B4-BE49-F238E27FC236}">
                <a16:creationId xmlns:a16="http://schemas.microsoft.com/office/drawing/2014/main" id="{6B897C0A-DE8A-4843-ED97-DA1BBFA87052}"/>
              </a:ext>
            </a:extLst>
          </p:cNvPr>
          <p:cNvSpPr>
            <a:spLocks noChangeShapeType="1"/>
          </p:cNvSpPr>
          <p:nvPr/>
        </p:nvSpPr>
        <p:spPr bwMode="auto">
          <a:xfrm flipH="1">
            <a:off x="2543175" y="2259806"/>
            <a:ext cx="952500" cy="0"/>
          </a:xfrm>
          <a:prstGeom prst="line">
            <a:avLst/>
          </a:prstGeom>
          <a:noFill/>
          <a:ln w="57150">
            <a:solidFill>
              <a:schemeClr val="tx1"/>
            </a:solidFill>
            <a:round/>
            <a:headEnd/>
            <a:tailEnd/>
          </a:ln>
          <a:effectLst/>
        </p:spPr>
        <p:txBody>
          <a:bodyPr wrap="none" anchor="ctr"/>
          <a:lstStyle/>
          <a:p>
            <a:endParaRPr lang="en-US" sz="1350"/>
          </a:p>
        </p:txBody>
      </p:sp>
      <p:sp>
        <p:nvSpPr>
          <p:cNvPr id="157" name="Line 153">
            <a:extLst>
              <a:ext uri="{FF2B5EF4-FFF2-40B4-BE49-F238E27FC236}">
                <a16:creationId xmlns:a16="http://schemas.microsoft.com/office/drawing/2014/main" id="{B48DF21F-E942-AAF2-69D5-36EC73AA89B0}"/>
              </a:ext>
            </a:extLst>
          </p:cNvPr>
          <p:cNvSpPr>
            <a:spLocks noChangeShapeType="1"/>
          </p:cNvSpPr>
          <p:nvPr/>
        </p:nvSpPr>
        <p:spPr bwMode="auto">
          <a:xfrm>
            <a:off x="2562225" y="2245520"/>
            <a:ext cx="0" cy="1997869"/>
          </a:xfrm>
          <a:prstGeom prst="line">
            <a:avLst/>
          </a:prstGeom>
          <a:noFill/>
          <a:ln w="57150">
            <a:solidFill>
              <a:schemeClr val="tx1"/>
            </a:solidFill>
            <a:round/>
            <a:headEnd/>
            <a:tailEnd/>
          </a:ln>
          <a:effectLst/>
        </p:spPr>
        <p:txBody>
          <a:bodyPr wrap="none" anchor="ctr"/>
          <a:lstStyle/>
          <a:p>
            <a:endParaRPr lang="en-US" sz="1350"/>
          </a:p>
        </p:txBody>
      </p:sp>
      <p:sp>
        <p:nvSpPr>
          <p:cNvPr id="158" name="Line 154">
            <a:extLst>
              <a:ext uri="{FF2B5EF4-FFF2-40B4-BE49-F238E27FC236}">
                <a16:creationId xmlns:a16="http://schemas.microsoft.com/office/drawing/2014/main" id="{F4112AFD-1CB0-7A1E-975C-F1C8C43333EA}"/>
              </a:ext>
            </a:extLst>
          </p:cNvPr>
          <p:cNvSpPr>
            <a:spLocks noChangeShapeType="1"/>
          </p:cNvSpPr>
          <p:nvPr/>
        </p:nvSpPr>
        <p:spPr bwMode="auto">
          <a:xfrm>
            <a:off x="2550319" y="4245769"/>
            <a:ext cx="585788" cy="0"/>
          </a:xfrm>
          <a:prstGeom prst="line">
            <a:avLst/>
          </a:prstGeom>
          <a:noFill/>
          <a:ln w="57150">
            <a:solidFill>
              <a:schemeClr val="tx1"/>
            </a:solidFill>
            <a:round/>
            <a:headEnd/>
            <a:tailEnd/>
          </a:ln>
          <a:effectLst/>
        </p:spPr>
        <p:txBody>
          <a:bodyPr wrap="none" anchor="ctr"/>
          <a:lstStyle/>
          <a:p>
            <a:endParaRPr lang="en-US" sz="1350"/>
          </a:p>
        </p:txBody>
      </p:sp>
      <p:sp>
        <p:nvSpPr>
          <p:cNvPr id="159" name="Line 155">
            <a:extLst>
              <a:ext uri="{FF2B5EF4-FFF2-40B4-BE49-F238E27FC236}">
                <a16:creationId xmlns:a16="http://schemas.microsoft.com/office/drawing/2014/main" id="{8C0229CC-7E31-060D-8B05-06B2DBC6AB51}"/>
              </a:ext>
            </a:extLst>
          </p:cNvPr>
          <p:cNvSpPr>
            <a:spLocks noChangeShapeType="1"/>
          </p:cNvSpPr>
          <p:nvPr/>
        </p:nvSpPr>
        <p:spPr bwMode="auto">
          <a:xfrm>
            <a:off x="4249341" y="2283619"/>
            <a:ext cx="379809" cy="0"/>
          </a:xfrm>
          <a:prstGeom prst="line">
            <a:avLst/>
          </a:prstGeom>
          <a:noFill/>
          <a:ln w="57150">
            <a:solidFill>
              <a:schemeClr val="tx1"/>
            </a:solidFill>
            <a:round/>
            <a:headEnd/>
            <a:tailEnd/>
          </a:ln>
          <a:effectLst/>
        </p:spPr>
        <p:txBody>
          <a:bodyPr wrap="none" anchor="ctr"/>
          <a:lstStyle/>
          <a:p>
            <a:endParaRPr lang="en-US" sz="1350"/>
          </a:p>
        </p:txBody>
      </p:sp>
      <p:sp>
        <p:nvSpPr>
          <p:cNvPr id="160" name="Line 156">
            <a:extLst>
              <a:ext uri="{FF2B5EF4-FFF2-40B4-BE49-F238E27FC236}">
                <a16:creationId xmlns:a16="http://schemas.microsoft.com/office/drawing/2014/main" id="{3C103094-1FAC-DAA4-5664-B4613E714DC6}"/>
              </a:ext>
            </a:extLst>
          </p:cNvPr>
          <p:cNvSpPr>
            <a:spLocks noChangeShapeType="1"/>
          </p:cNvSpPr>
          <p:nvPr/>
        </p:nvSpPr>
        <p:spPr bwMode="auto">
          <a:xfrm>
            <a:off x="5150644" y="2281238"/>
            <a:ext cx="1871663" cy="0"/>
          </a:xfrm>
          <a:prstGeom prst="line">
            <a:avLst/>
          </a:prstGeom>
          <a:noFill/>
          <a:ln w="57150">
            <a:solidFill>
              <a:schemeClr val="tx1"/>
            </a:solidFill>
            <a:round/>
            <a:headEnd/>
            <a:tailEnd/>
          </a:ln>
          <a:effectLst/>
        </p:spPr>
        <p:txBody>
          <a:bodyPr wrap="none" anchor="ctr"/>
          <a:lstStyle/>
          <a:p>
            <a:endParaRPr lang="en-US" sz="1350"/>
          </a:p>
        </p:txBody>
      </p:sp>
      <p:sp>
        <p:nvSpPr>
          <p:cNvPr id="161" name="Line 157">
            <a:extLst>
              <a:ext uri="{FF2B5EF4-FFF2-40B4-BE49-F238E27FC236}">
                <a16:creationId xmlns:a16="http://schemas.microsoft.com/office/drawing/2014/main" id="{F7502BD8-C6D6-C6F9-F5FC-47FEB81B4C54}"/>
              </a:ext>
            </a:extLst>
          </p:cNvPr>
          <p:cNvSpPr>
            <a:spLocks noChangeShapeType="1"/>
          </p:cNvSpPr>
          <p:nvPr/>
        </p:nvSpPr>
        <p:spPr bwMode="auto">
          <a:xfrm>
            <a:off x="6998494" y="2281238"/>
            <a:ext cx="0" cy="1962150"/>
          </a:xfrm>
          <a:prstGeom prst="line">
            <a:avLst/>
          </a:prstGeom>
          <a:noFill/>
          <a:ln w="57150">
            <a:solidFill>
              <a:schemeClr val="tx1"/>
            </a:solidFill>
            <a:round/>
            <a:headEnd/>
            <a:tailEnd/>
          </a:ln>
          <a:effectLst/>
        </p:spPr>
        <p:txBody>
          <a:bodyPr wrap="none" anchor="ctr"/>
          <a:lstStyle/>
          <a:p>
            <a:endParaRPr lang="en-US" sz="1350"/>
          </a:p>
        </p:txBody>
      </p:sp>
      <p:sp>
        <p:nvSpPr>
          <p:cNvPr id="162" name="Line 158">
            <a:extLst>
              <a:ext uri="{FF2B5EF4-FFF2-40B4-BE49-F238E27FC236}">
                <a16:creationId xmlns:a16="http://schemas.microsoft.com/office/drawing/2014/main" id="{F5A18F0F-B86E-67D8-4D77-6B19685A32F6}"/>
              </a:ext>
            </a:extLst>
          </p:cNvPr>
          <p:cNvSpPr>
            <a:spLocks noChangeShapeType="1"/>
          </p:cNvSpPr>
          <p:nvPr/>
        </p:nvSpPr>
        <p:spPr bwMode="auto">
          <a:xfrm flipH="1">
            <a:off x="6438901" y="4245769"/>
            <a:ext cx="583406" cy="0"/>
          </a:xfrm>
          <a:prstGeom prst="line">
            <a:avLst/>
          </a:prstGeom>
          <a:noFill/>
          <a:ln w="57150">
            <a:solidFill>
              <a:schemeClr val="tx1"/>
            </a:solidFill>
            <a:round/>
            <a:headEnd/>
            <a:tailEnd/>
          </a:ln>
          <a:effectLst/>
        </p:spPr>
        <p:txBody>
          <a:bodyPr wrap="none" anchor="ctr"/>
          <a:lstStyle/>
          <a:p>
            <a:endParaRPr lang="en-US" sz="1350"/>
          </a:p>
        </p:txBody>
      </p:sp>
      <p:sp>
        <p:nvSpPr>
          <p:cNvPr id="163" name="Line 159">
            <a:extLst>
              <a:ext uri="{FF2B5EF4-FFF2-40B4-BE49-F238E27FC236}">
                <a16:creationId xmlns:a16="http://schemas.microsoft.com/office/drawing/2014/main" id="{0C9120FC-25FE-4D56-E171-AA0A56F809BB}"/>
              </a:ext>
            </a:extLst>
          </p:cNvPr>
          <p:cNvSpPr>
            <a:spLocks noChangeShapeType="1"/>
          </p:cNvSpPr>
          <p:nvPr/>
        </p:nvSpPr>
        <p:spPr bwMode="auto">
          <a:xfrm>
            <a:off x="3112294" y="3524250"/>
            <a:ext cx="0" cy="1428750"/>
          </a:xfrm>
          <a:prstGeom prst="line">
            <a:avLst/>
          </a:prstGeom>
          <a:noFill/>
          <a:ln w="57150">
            <a:solidFill>
              <a:schemeClr val="tx1"/>
            </a:solidFill>
            <a:round/>
            <a:headEnd/>
            <a:tailEnd/>
          </a:ln>
          <a:effectLst/>
        </p:spPr>
        <p:txBody>
          <a:bodyPr wrap="none" anchor="ctr"/>
          <a:lstStyle/>
          <a:p>
            <a:endParaRPr lang="en-US" sz="1350"/>
          </a:p>
        </p:txBody>
      </p:sp>
      <p:sp>
        <p:nvSpPr>
          <p:cNvPr id="164" name="Line 160">
            <a:extLst>
              <a:ext uri="{FF2B5EF4-FFF2-40B4-BE49-F238E27FC236}">
                <a16:creationId xmlns:a16="http://schemas.microsoft.com/office/drawing/2014/main" id="{ADF9664F-64D7-69A7-17C9-27A404F1830F}"/>
              </a:ext>
            </a:extLst>
          </p:cNvPr>
          <p:cNvSpPr>
            <a:spLocks noChangeShapeType="1"/>
          </p:cNvSpPr>
          <p:nvPr/>
        </p:nvSpPr>
        <p:spPr bwMode="auto">
          <a:xfrm>
            <a:off x="6438900" y="3524250"/>
            <a:ext cx="0" cy="1428750"/>
          </a:xfrm>
          <a:prstGeom prst="line">
            <a:avLst/>
          </a:prstGeom>
          <a:noFill/>
          <a:ln w="57150">
            <a:solidFill>
              <a:schemeClr val="tx1"/>
            </a:solidFill>
            <a:round/>
            <a:headEnd/>
            <a:tailEnd/>
          </a:ln>
          <a:effectLst/>
        </p:spPr>
        <p:txBody>
          <a:bodyPr wrap="none" anchor="ctr"/>
          <a:lstStyle/>
          <a:p>
            <a:endParaRPr lang="en-US" sz="1350"/>
          </a:p>
        </p:txBody>
      </p:sp>
      <p:sp>
        <p:nvSpPr>
          <p:cNvPr id="166" name="Text Box 162">
            <a:extLst>
              <a:ext uri="{FF2B5EF4-FFF2-40B4-BE49-F238E27FC236}">
                <a16:creationId xmlns:a16="http://schemas.microsoft.com/office/drawing/2014/main" id="{D3D0949B-7BE0-A500-2781-3B3AE92D7492}"/>
              </a:ext>
            </a:extLst>
          </p:cNvPr>
          <p:cNvSpPr txBox="1">
            <a:spLocks noChangeArrowheads="1"/>
          </p:cNvSpPr>
          <p:nvPr/>
        </p:nvSpPr>
        <p:spPr bwMode="auto">
          <a:xfrm>
            <a:off x="3281764" y="2813136"/>
            <a:ext cx="2920992" cy="507831"/>
          </a:xfrm>
          <a:prstGeom prst="rect">
            <a:avLst/>
          </a:prstGeom>
          <a:noFill/>
          <a:ln w="9525">
            <a:noFill/>
            <a:miter lim="800000"/>
            <a:headEnd/>
            <a:tailEnd/>
          </a:ln>
          <a:effectLst/>
        </p:spPr>
        <p:txBody>
          <a:bodyPr wrap="none" anchor="ctr">
            <a:spAutoFit/>
          </a:bodyPr>
          <a:lstStyle/>
          <a:p>
            <a:pPr algn="ctr"/>
            <a:r>
              <a:rPr lang="en-US" sz="1350" b="1" dirty="0">
                <a:solidFill>
                  <a:schemeClr val="accent2"/>
                </a:solidFill>
              </a:rPr>
              <a:t>The carriers move toward the junction</a:t>
            </a:r>
          </a:p>
          <a:p>
            <a:pPr algn="ctr"/>
            <a:r>
              <a:rPr lang="en-US" sz="1350" b="1" dirty="0">
                <a:solidFill>
                  <a:schemeClr val="accent2"/>
                </a:solidFill>
              </a:rPr>
              <a:t>and </a:t>
            </a:r>
            <a:r>
              <a:rPr lang="en-US" sz="1350" b="1" u="sng" dirty="0">
                <a:solidFill>
                  <a:schemeClr val="accent2"/>
                </a:solidFill>
              </a:rPr>
              <a:t>collapse</a:t>
            </a:r>
            <a:r>
              <a:rPr lang="en-US" sz="1350" b="1" dirty="0">
                <a:solidFill>
                  <a:schemeClr val="accent2"/>
                </a:solidFill>
              </a:rPr>
              <a:t> the depletion layer.</a:t>
            </a:r>
          </a:p>
        </p:txBody>
      </p:sp>
      <p:sp>
        <p:nvSpPr>
          <p:cNvPr id="167" name="Text Box 163">
            <a:extLst>
              <a:ext uri="{FF2B5EF4-FFF2-40B4-BE49-F238E27FC236}">
                <a16:creationId xmlns:a16="http://schemas.microsoft.com/office/drawing/2014/main" id="{9F05C5D8-DBA7-CFBA-A573-8492428ECA88}"/>
              </a:ext>
            </a:extLst>
          </p:cNvPr>
          <p:cNvSpPr txBox="1">
            <a:spLocks noChangeArrowheads="1"/>
          </p:cNvSpPr>
          <p:nvPr/>
        </p:nvSpPr>
        <p:spPr bwMode="auto">
          <a:xfrm>
            <a:off x="2341297" y="4969521"/>
            <a:ext cx="4905510" cy="769441"/>
          </a:xfrm>
          <a:prstGeom prst="rect">
            <a:avLst/>
          </a:prstGeom>
          <a:noFill/>
          <a:ln w="9525">
            <a:noFill/>
            <a:miter lim="800000"/>
            <a:headEnd/>
            <a:tailEnd/>
          </a:ln>
          <a:effectLst/>
        </p:spPr>
        <p:txBody>
          <a:bodyPr wrap="none" anchor="ctr">
            <a:spAutoFit/>
          </a:bodyPr>
          <a:lstStyle/>
          <a:p>
            <a:pPr algn="ctr"/>
            <a:r>
              <a:rPr lang="en-US" sz="2200" dirty="0">
                <a:solidFill>
                  <a:srgbClr val="006699"/>
                </a:solidFill>
              </a:rPr>
              <a:t>If the applied voltage is greater than</a:t>
            </a:r>
          </a:p>
          <a:p>
            <a:pPr algn="ctr"/>
            <a:r>
              <a:rPr lang="en-US" sz="2200" dirty="0">
                <a:solidFill>
                  <a:srgbClr val="006699"/>
                </a:solidFill>
              </a:rPr>
              <a:t>the barrier potential, the diode </a:t>
            </a:r>
            <a:r>
              <a:rPr lang="en-US" sz="2200" u="sng" dirty="0">
                <a:solidFill>
                  <a:srgbClr val="006699"/>
                </a:solidFill>
              </a:rPr>
              <a:t>conducts</a:t>
            </a:r>
            <a:r>
              <a:rPr lang="en-US" sz="2200" dirty="0">
                <a:solidFill>
                  <a:srgbClr val="006699"/>
                </a:solidFill>
              </a:rPr>
              <a:t>.</a:t>
            </a:r>
          </a:p>
        </p:txBody>
      </p:sp>
      <p:sp>
        <p:nvSpPr>
          <p:cNvPr id="168" name="TextBox 167">
            <a:extLst>
              <a:ext uri="{FF2B5EF4-FFF2-40B4-BE49-F238E27FC236}">
                <a16:creationId xmlns:a16="http://schemas.microsoft.com/office/drawing/2014/main" id="{D8B8333E-9B84-1AF5-51FE-787AC83F95CA}"/>
              </a:ext>
            </a:extLst>
          </p:cNvPr>
          <p:cNvSpPr txBox="1"/>
          <p:nvPr/>
        </p:nvSpPr>
        <p:spPr>
          <a:xfrm>
            <a:off x="3850481" y="3238500"/>
            <a:ext cx="425054" cy="369332"/>
          </a:xfrm>
          <a:prstGeom prst="rect">
            <a:avLst/>
          </a:prstGeom>
          <a:noFill/>
        </p:spPr>
        <p:txBody>
          <a:bodyPr wrap="square" rtlCol="0">
            <a:spAutoFit/>
          </a:bodyPr>
          <a:lstStyle/>
          <a:p>
            <a:r>
              <a:rPr lang="en-US" dirty="0"/>
              <a:t>P</a:t>
            </a:r>
            <a:endParaRPr lang="en-IN" dirty="0"/>
          </a:p>
        </p:txBody>
      </p:sp>
      <p:sp>
        <p:nvSpPr>
          <p:cNvPr id="169" name="TextBox 168">
            <a:extLst>
              <a:ext uri="{FF2B5EF4-FFF2-40B4-BE49-F238E27FC236}">
                <a16:creationId xmlns:a16="http://schemas.microsoft.com/office/drawing/2014/main" id="{9B8FEF13-5CD7-0F51-10FF-ABC473E9422F}"/>
              </a:ext>
            </a:extLst>
          </p:cNvPr>
          <p:cNvSpPr txBox="1"/>
          <p:nvPr/>
        </p:nvSpPr>
        <p:spPr>
          <a:xfrm>
            <a:off x="5359416" y="3216073"/>
            <a:ext cx="425054" cy="369332"/>
          </a:xfrm>
          <a:prstGeom prst="rect">
            <a:avLst/>
          </a:prstGeom>
          <a:noFill/>
        </p:spPr>
        <p:txBody>
          <a:bodyPr wrap="square" rtlCol="0">
            <a:spAutoFit/>
          </a:bodyPr>
          <a:lstStyle/>
          <a:p>
            <a:r>
              <a:rPr lang="en-US" dirty="0"/>
              <a:t>N</a:t>
            </a:r>
            <a:endParaRPr lang="en-IN" dirty="0"/>
          </a:p>
        </p:txBody>
      </p:sp>
    </p:spTree>
    <p:extLst>
      <p:ext uri="{BB962C8B-B14F-4D97-AF65-F5344CB8AC3E}">
        <p14:creationId xmlns:p14="http://schemas.microsoft.com/office/powerpoint/2010/main" val="2215749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88"/>
                                        </p:tgtEl>
                                        <p:attrNameLst>
                                          <p:attrName>style.visibility</p:attrName>
                                        </p:attrNameLst>
                                      </p:cBhvr>
                                      <p:to>
                                        <p:strVal val="visible"/>
                                      </p:to>
                                    </p:set>
                                    <p:anim calcmode="lin" valueType="num">
                                      <p:cBhvr additive="base">
                                        <p:cTn id="7" dur="500" fill="hold"/>
                                        <p:tgtEl>
                                          <p:spTgt spid="88"/>
                                        </p:tgtEl>
                                        <p:attrNameLst>
                                          <p:attrName>ppt_x</p:attrName>
                                        </p:attrNameLst>
                                      </p:cBhvr>
                                      <p:tavLst>
                                        <p:tav tm="0">
                                          <p:val>
                                            <p:strVal val="0-#ppt_w/2"/>
                                          </p:val>
                                        </p:tav>
                                        <p:tav tm="100000">
                                          <p:val>
                                            <p:strVal val="#ppt_x"/>
                                          </p:val>
                                        </p:tav>
                                      </p:tavLst>
                                    </p:anim>
                                    <p:anim calcmode="lin" valueType="num">
                                      <p:cBhvr additive="base">
                                        <p:cTn id="8" dur="500" fill="hold"/>
                                        <p:tgtEl>
                                          <p:spTgt spid="8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67"/>
                                        </p:tgtEl>
                                        <p:attrNameLst>
                                          <p:attrName>style.visibility</p:attrName>
                                        </p:attrNameLst>
                                      </p:cBhvr>
                                      <p:to>
                                        <p:strVal val="visible"/>
                                      </p:to>
                                    </p:set>
                                    <p:anim calcmode="lin" valueType="num">
                                      <p:cBhvr additive="base">
                                        <p:cTn id="17" dur="500" fill="hold"/>
                                        <p:tgtEl>
                                          <p:spTgt spid="67"/>
                                        </p:tgtEl>
                                        <p:attrNameLst>
                                          <p:attrName>ppt_x</p:attrName>
                                        </p:attrNameLst>
                                      </p:cBhvr>
                                      <p:tavLst>
                                        <p:tav tm="0">
                                          <p:val>
                                            <p:strVal val="0-#ppt_w/2"/>
                                          </p:val>
                                        </p:tav>
                                        <p:tav tm="100000">
                                          <p:val>
                                            <p:strVal val="#ppt_x"/>
                                          </p:val>
                                        </p:tav>
                                      </p:tavLst>
                                    </p:anim>
                                    <p:anim calcmode="lin" valueType="num">
                                      <p:cBhvr additive="base">
                                        <p:cTn id="18" dur="500" fill="hold"/>
                                        <p:tgtEl>
                                          <p:spTgt spid="6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additive="base">
                                        <p:cTn id="22" dur="500" fill="hold"/>
                                        <p:tgtEl>
                                          <p:spTgt spid="21"/>
                                        </p:tgtEl>
                                        <p:attrNameLst>
                                          <p:attrName>ppt_x</p:attrName>
                                        </p:attrNameLst>
                                      </p:cBhvr>
                                      <p:tavLst>
                                        <p:tav tm="0">
                                          <p:val>
                                            <p:strVal val="1+#ppt_w/2"/>
                                          </p:val>
                                        </p:tav>
                                        <p:tav tm="100000">
                                          <p:val>
                                            <p:strVal val="#ppt_x"/>
                                          </p:val>
                                        </p:tav>
                                      </p:tavLst>
                                    </p:anim>
                                    <p:anim calcmode="lin" valueType="num">
                                      <p:cBhvr additive="base">
                                        <p:cTn id="23" dur="500" fill="hold"/>
                                        <p:tgtEl>
                                          <p:spTgt spid="21"/>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nodeType="afterEffect">
                                  <p:stCondLst>
                                    <p:cond delay="0"/>
                                  </p:stCondLst>
                                  <p:childTnLst>
                                    <p:set>
                                      <p:cBhvr>
                                        <p:cTn id="26" dur="1" fill="hold">
                                          <p:stCondLst>
                                            <p:cond delay="0"/>
                                          </p:stCondLst>
                                        </p:cTn>
                                        <p:tgtEl>
                                          <p:spTgt spid="118"/>
                                        </p:tgtEl>
                                        <p:attrNameLst>
                                          <p:attrName>style.visibility</p:attrName>
                                        </p:attrNameLst>
                                      </p:cBhvr>
                                      <p:to>
                                        <p:strVal val="visible"/>
                                      </p:to>
                                    </p:set>
                                    <p:anim calcmode="lin" valueType="num">
                                      <p:cBhvr additive="base">
                                        <p:cTn id="27" dur="500" fill="hold"/>
                                        <p:tgtEl>
                                          <p:spTgt spid="118"/>
                                        </p:tgtEl>
                                        <p:attrNameLst>
                                          <p:attrName>ppt_x</p:attrName>
                                        </p:attrNameLst>
                                      </p:cBhvr>
                                      <p:tavLst>
                                        <p:tav tm="0">
                                          <p:val>
                                            <p:strVal val="0-#ppt_w/2"/>
                                          </p:val>
                                        </p:tav>
                                        <p:tav tm="100000">
                                          <p:val>
                                            <p:strVal val="#ppt_x"/>
                                          </p:val>
                                        </p:tav>
                                      </p:tavLst>
                                    </p:anim>
                                    <p:anim calcmode="lin" valueType="num">
                                      <p:cBhvr additive="base">
                                        <p:cTn id="28" dur="500" fill="hold"/>
                                        <p:tgtEl>
                                          <p:spTgt spid="118"/>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2" fill="hold" nodeType="afterEffect">
                                  <p:stCondLst>
                                    <p:cond delay="0"/>
                                  </p:stCondLst>
                                  <p:childTnLst>
                                    <p:set>
                                      <p:cBhvr>
                                        <p:cTn id="31" dur="1" fill="hold">
                                          <p:stCondLst>
                                            <p:cond delay="0"/>
                                          </p:stCondLst>
                                        </p:cTn>
                                        <p:tgtEl>
                                          <p:spTgt spid="38"/>
                                        </p:tgtEl>
                                        <p:attrNameLst>
                                          <p:attrName>style.visibility</p:attrName>
                                        </p:attrNameLst>
                                      </p:cBhvr>
                                      <p:to>
                                        <p:strVal val="visible"/>
                                      </p:to>
                                    </p:set>
                                    <p:anim calcmode="lin" valueType="num">
                                      <p:cBhvr additive="base">
                                        <p:cTn id="32" dur="500" fill="hold"/>
                                        <p:tgtEl>
                                          <p:spTgt spid="38"/>
                                        </p:tgtEl>
                                        <p:attrNameLst>
                                          <p:attrName>ppt_x</p:attrName>
                                        </p:attrNameLst>
                                      </p:cBhvr>
                                      <p:tavLst>
                                        <p:tav tm="0">
                                          <p:val>
                                            <p:strVal val="1+#ppt_w/2"/>
                                          </p:val>
                                        </p:tav>
                                        <p:tav tm="100000">
                                          <p:val>
                                            <p:strVal val="#ppt_x"/>
                                          </p:val>
                                        </p:tav>
                                      </p:tavLst>
                                    </p:anim>
                                    <p:anim calcmode="lin" valueType="num">
                                      <p:cBhvr additive="base">
                                        <p:cTn id="33" dur="500" fill="hold"/>
                                        <p:tgtEl>
                                          <p:spTgt spid="38"/>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8" fill="hold" nodeType="afterEffect">
                                  <p:stCondLst>
                                    <p:cond delay="0"/>
                                  </p:stCondLst>
                                  <p:childTnLst>
                                    <p:set>
                                      <p:cBhvr>
                                        <p:cTn id="36" dur="1" fill="hold">
                                          <p:stCondLst>
                                            <p:cond delay="0"/>
                                          </p:stCondLst>
                                        </p:cTn>
                                        <p:tgtEl>
                                          <p:spTgt spid="93"/>
                                        </p:tgtEl>
                                        <p:attrNameLst>
                                          <p:attrName>style.visibility</p:attrName>
                                        </p:attrNameLst>
                                      </p:cBhvr>
                                      <p:to>
                                        <p:strVal val="visible"/>
                                      </p:to>
                                    </p:set>
                                    <p:anim calcmode="lin" valueType="num">
                                      <p:cBhvr additive="base">
                                        <p:cTn id="37" dur="500" fill="hold"/>
                                        <p:tgtEl>
                                          <p:spTgt spid="93"/>
                                        </p:tgtEl>
                                        <p:attrNameLst>
                                          <p:attrName>ppt_x</p:attrName>
                                        </p:attrNameLst>
                                      </p:cBhvr>
                                      <p:tavLst>
                                        <p:tav tm="0">
                                          <p:val>
                                            <p:strVal val="0-#ppt_w/2"/>
                                          </p:val>
                                        </p:tav>
                                        <p:tav tm="100000">
                                          <p:val>
                                            <p:strVal val="#ppt_x"/>
                                          </p:val>
                                        </p:tav>
                                      </p:tavLst>
                                    </p:anim>
                                    <p:anim calcmode="lin" valueType="num">
                                      <p:cBhvr additive="base">
                                        <p:cTn id="38" dur="500" fill="hold"/>
                                        <p:tgtEl>
                                          <p:spTgt spid="93"/>
                                        </p:tgtEl>
                                        <p:attrNameLst>
                                          <p:attrName>ppt_y</p:attrName>
                                        </p:attrNameLst>
                                      </p:cBhvr>
                                      <p:tavLst>
                                        <p:tav tm="0">
                                          <p:val>
                                            <p:strVal val="#ppt_y"/>
                                          </p:val>
                                        </p:tav>
                                        <p:tav tm="100000">
                                          <p:val>
                                            <p:strVal val="#ppt_y"/>
                                          </p:val>
                                        </p:tav>
                                      </p:tavLst>
                                    </p:anim>
                                  </p:childTnLst>
                                </p:cTn>
                              </p:par>
                            </p:childTnLst>
                          </p:cTn>
                        </p:par>
                        <p:par>
                          <p:cTn id="39" fill="hold">
                            <p:stCondLst>
                              <p:cond delay="3500"/>
                            </p:stCondLst>
                            <p:childTnLst>
                              <p:par>
                                <p:cTn id="40" presetID="2" presetClass="entr" presetSubtype="8" fill="hold" nodeType="afterEffect">
                                  <p:stCondLst>
                                    <p:cond delay="0"/>
                                  </p:stCondLst>
                                  <p:childTnLst>
                                    <p:set>
                                      <p:cBhvr>
                                        <p:cTn id="41" dur="1" fill="hold">
                                          <p:stCondLst>
                                            <p:cond delay="0"/>
                                          </p:stCondLst>
                                        </p:cTn>
                                        <p:tgtEl>
                                          <p:spTgt spid="134"/>
                                        </p:tgtEl>
                                        <p:attrNameLst>
                                          <p:attrName>style.visibility</p:attrName>
                                        </p:attrNameLst>
                                      </p:cBhvr>
                                      <p:to>
                                        <p:strVal val="visible"/>
                                      </p:to>
                                    </p:set>
                                    <p:anim calcmode="lin" valueType="num">
                                      <p:cBhvr additive="base">
                                        <p:cTn id="42" dur="500" fill="hold"/>
                                        <p:tgtEl>
                                          <p:spTgt spid="134"/>
                                        </p:tgtEl>
                                        <p:attrNameLst>
                                          <p:attrName>ppt_x</p:attrName>
                                        </p:attrNameLst>
                                      </p:cBhvr>
                                      <p:tavLst>
                                        <p:tav tm="0">
                                          <p:val>
                                            <p:strVal val="0-#ppt_w/2"/>
                                          </p:val>
                                        </p:tav>
                                        <p:tav tm="100000">
                                          <p:val>
                                            <p:strVal val="#ppt_x"/>
                                          </p:val>
                                        </p:tav>
                                      </p:tavLst>
                                    </p:anim>
                                    <p:anim calcmode="lin" valueType="num">
                                      <p:cBhvr additive="base">
                                        <p:cTn id="43" dur="500" fill="hold"/>
                                        <p:tgtEl>
                                          <p:spTgt spid="134"/>
                                        </p:tgtEl>
                                        <p:attrNameLst>
                                          <p:attrName>ppt_y</p:attrName>
                                        </p:attrNameLst>
                                      </p:cBhvr>
                                      <p:tavLst>
                                        <p:tav tm="0">
                                          <p:val>
                                            <p:strVal val="#ppt_y"/>
                                          </p:val>
                                        </p:tav>
                                        <p:tav tm="100000">
                                          <p:val>
                                            <p:strVal val="#ppt_y"/>
                                          </p:val>
                                        </p:tav>
                                      </p:tavLst>
                                    </p:anim>
                                  </p:childTnLst>
                                </p:cTn>
                              </p:par>
                            </p:childTnLst>
                          </p:cTn>
                        </p:par>
                        <p:par>
                          <p:cTn id="44" fill="hold">
                            <p:stCondLst>
                              <p:cond delay="4000"/>
                            </p:stCondLst>
                            <p:childTnLst>
                              <p:par>
                                <p:cTn id="45" presetID="2" presetClass="entr" presetSubtype="2" fill="hold" nodeType="afterEffect">
                                  <p:stCondLst>
                                    <p:cond delay="0"/>
                                  </p:stCondLst>
                                  <p:childTnLst>
                                    <p:set>
                                      <p:cBhvr>
                                        <p:cTn id="46" dur="1" fill="hold">
                                          <p:stCondLst>
                                            <p:cond delay="0"/>
                                          </p:stCondLst>
                                        </p:cTn>
                                        <p:tgtEl>
                                          <p:spTgt spid="28"/>
                                        </p:tgtEl>
                                        <p:attrNameLst>
                                          <p:attrName>style.visibility</p:attrName>
                                        </p:attrNameLst>
                                      </p:cBhvr>
                                      <p:to>
                                        <p:strVal val="visible"/>
                                      </p:to>
                                    </p:set>
                                    <p:anim calcmode="lin" valueType="num">
                                      <p:cBhvr additive="base">
                                        <p:cTn id="47" dur="500" fill="hold"/>
                                        <p:tgtEl>
                                          <p:spTgt spid="28"/>
                                        </p:tgtEl>
                                        <p:attrNameLst>
                                          <p:attrName>ppt_x</p:attrName>
                                        </p:attrNameLst>
                                      </p:cBhvr>
                                      <p:tavLst>
                                        <p:tav tm="0">
                                          <p:val>
                                            <p:strVal val="1+#ppt_w/2"/>
                                          </p:val>
                                        </p:tav>
                                        <p:tav tm="100000">
                                          <p:val>
                                            <p:strVal val="#ppt_x"/>
                                          </p:val>
                                        </p:tav>
                                      </p:tavLst>
                                    </p:anim>
                                    <p:anim calcmode="lin" valueType="num">
                                      <p:cBhvr additive="base">
                                        <p:cTn id="48" dur="500" fill="hold"/>
                                        <p:tgtEl>
                                          <p:spTgt spid="28"/>
                                        </p:tgtEl>
                                        <p:attrNameLst>
                                          <p:attrName>ppt_y</p:attrName>
                                        </p:attrNameLst>
                                      </p:cBhvr>
                                      <p:tavLst>
                                        <p:tav tm="0">
                                          <p:val>
                                            <p:strVal val="#ppt_y"/>
                                          </p:val>
                                        </p:tav>
                                        <p:tav tm="100000">
                                          <p:val>
                                            <p:strVal val="#ppt_y"/>
                                          </p:val>
                                        </p:tav>
                                      </p:tavLst>
                                    </p:anim>
                                  </p:childTnLst>
                                </p:cTn>
                              </p:par>
                            </p:childTnLst>
                          </p:cTn>
                        </p:par>
                        <p:par>
                          <p:cTn id="49" fill="hold">
                            <p:stCondLst>
                              <p:cond delay="4500"/>
                            </p:stCondLst>
                            <p:childTnLst>
                              <p:par>
                                <p:cTn id="50" presetID="9" presetClass="entr" presetSubtype="0" fill="hold" grpId="0" nodeType="afterEffect">
                                  <p:stCondLst>
                                    <p:cond delay="0"/>
                                  </p:stCondLst>
                                  <p:childTnLst>
                                    <p:set>
                                      <p:cBhvr>
                                        <p:cTn id="51" dur="1" fill="hold">
                                          <p:stCondLst>
                                            <p:cond delay="0"/>
                                          </p:stCondLst>
                                        </p:cTn>
                                        <p:tgtEl>
                                          <p:spTgt spid="166"/>
                                        </p:tgtEl>
                                        <p:attrNameLst>
                                          <p:attrName>style.visibility</p:attrName>
                                        </p:attrNameLst>
                                      </p:cBhvr>
                                      <p:to>
                                        <p:strVal val="visible"/>
                                      </p:to>
                                    </p:set>
                                    <p:animEffect transition="in" filter="dissolve">
                                      <p:cBhvr>
                                        <p:cTn id="52" dur="500"/>
                                        <p:tgtEl>
                                          <p:spTgt spid="166"/>
                                        </p:tgtEl>
                                      </p:cBhvr>
                                    </p:animEffect>
                                  </p:childTnLst>
                                </p:cTn>
                              </p:par>
                            </p:childTnLst>
                          </p:cTn>
                        </p:par>
                        <p:par>
                          <p:cTn id="53" fill="hold">
                            <p:stCondLst>
                              <p:cond delay="5000"/>
                            </p:stCondLst>
                            <p:childTnLst>
                              <p:par>
                                <p:cTn id="54" presetID="2" presetClass="entr" presetSubtype="12" fill="hold" grpId="0" nodeType="afterEffect">
                                  <p:stCondLst>
                                    <p:cond delay="0"/>
                                  </p:stCondLst>
                                  <p:childTnLst>
                                    <p:set>
                                      <p:cBhvr>
                                        <p:cTn id="55" dur="1" fill="hold">
                                          <p:stCondLst>
                                            <p:cond delay="0"/>
                                          </p:stCondLst>
                                        </p:cTn>
                                        <p:tgtEl>
                                          <p:spTgt spid="167"/>
                                        </p:tgtEl>
                                        <p:attrNameLst>
                                          <p:attrName>style.visibility</p:attrName>
                                        </p:attrNameLst>
                                      </p:cBhvr>
                                      <p:to>
                                        <p:strVal val="visible"/>
                                      </p:to>
                                    </p:set>
                                    <p:anim calcmode="lin" valueType="num">
                                      <p:cBhvr additive="base">
                                        <p:cTn id="56" dur="500" fill="hold"/>
                                        <p:tgtEl>
                                          <p:spTgt spid="167"/>
                                        </p:tgtEl>
                                        <p:attrNameLst>
                                          <p:attrName>ppt_x</p:attrName>
                                        </p:attrNameLst>
                                      </p:cBhvr>
                                      <p:tavLst>
                                        <p:tav tm="0">
                                          <p:val>
                                            <p:strVal val="0-#ppt_w/2"/>
                                          </p:val>
                                        </p:tav>
                                        <p:tav tm="100000">
                                          <p:val>
                                            <p:strVal val="#ppt_x"/>
                                          </p:val>
                                        </p:tav>
                                      </p:tavLst>
                                    </p:anim>
                                    <p:anim calcmode="lin" valueType="num">
                                      <p:cBhvr additive="base">
                                        <p:cTn id="57" dur="500" fill="hold"/>
                                        <p:tgtEl>
                                          <p:spTgt spid="1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 grpId="0" autoUpdateAnimBg="0"/>
      <p:bldP spid="167"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F27A5-F99D-55B8-96CF-1EA38D04E74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0A0F877-1A75-12E4-2E61-4D82E2C731CF}"/>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91E4339E-8047-E66A-FBBE-974068B4DD8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65B31902-4AFF-D281-3ECB-CBFB7D120061}"/>
              </a:ext>
            </a:extLst>
          </p:cNvPr>
          <p:cNvSpPr>
            <a:spLocks noChangeArrowheads="1"/>
          </p:cNvSpPr>
          <p:nvPr>
            <p:custDataLst>
              <p:tags r:id="R5ac95f7c63594e98"/>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buNone/>
            </a:pPr>
            <a:r>
              <a:rPr lang="en-IN" altLang="en-US" sz="2400" b="1" dirty="0">
                <a:solidFill>
                  <a:schemeClr val="bg1"/>
                </a:solidFill>
                <a:latin typeface="+mj-lt"/>
                <a:cs typeface="Times New Roman" panose="02020603050405020304" pitchFamily="18" charset="0"/>
              </a:rPr>
              <a:t>Reverse bias</a:t>
            </a:r>
          </a:p>
        </p:txBody>
      </p:sp>
      <p:sp>
        <p:nvSpPr>
          <p:cNvPr id="141" name="Rectangle 137">
            <a:extLst>
              <a:ext uri="{FF2B5EF4-FFF2-40B4-BE49-F238E27FC236}">
                <a16:creationId xmlns:a16="http://schemas.microsoft.com/office/drawing/2014/main" id="{3BBFAA48-2CD3-88A4-D504-6192E309EADF}"/>
              </a:ext>
            </a:extLst>
          </p:cNvPr>
          <p:cNvSpPr>
            <a:spLocks noChangeArrowheads="1"/>
          </p:cNvSpPr>
          <p:nvPr/>
        </p:nvSpPr>
        <p:spPr bwMode="auto">
          <a:xfrm>
            <a:off x="1295401" y="3409950"/>
            <a:ext cx="1816894" cy="1657350"/>
          </a:xfrm>
          <a:prstGeom prst="rect">
            <a:avLst/>
          </a:prstGeom>
          <a:solidFill>
            <a:schemeClr val="bg1"/>
          </a:solidFill>
          <a:ln w="9525">
            <a:noFill/>
            <a:miter lim="800000"/>
            <a:headEnd/>
            <a:tailEnd/>
          </a:ln>
          <a:effectLst/>
        </p:spPr>
        <p:txBody>
          <a:bodyPr wrap="none" anchor="ctr"/>
          <a:lstStyle/>
          <a:p>
            <a:endParaRPr lang="en-US" sz="1350"/>
          </a:p>
        </p:txBody>
      </p:sp>
      <p:sp>
        <p:nvSpPr>
          <p:cNvPr id="142" name="Rectangle 138">
            <a:extLst>
              <a:ext uri="{FF2B5EF4-FFF2-40B4-BE49-F238E27FC236}">
                <a16:creationId xmlns:a16="http://schemas.microsoft.com/office/drawing/2014/main" id="{034CA13D-9A61-52A5-41DA-C0703FC3B136}"/>
              </a:ext>
            </a:extLst>
          </p:cNvPr>
          <p:cNvSpPr>
            <a:spLocks noChangeArrowheads="1"/>
          </p:cNvSpPr>
          <p:nvPr/>
        </p:nvSpPr>
        <p:spPr bwMode="auto">
          <a:xfrm>
            <a:off x="6438900" y="3238500"/>
            <a:ext cx="1714500" cy="2114550"/>
          </a:xfrm>
          <a:prstGeom prst="rect">
            <a:avLst/>
          </a:prstGeom>
          <a:solidFill>
            <a:schemeClr val="bg1"/>
          </a:solidFill>
          <a:ln w="9525">
            <a:noFill/>
            <a:miter lim="800000"/>
            <a:headEnd/>
            <a:tailEnd/>
          </a:ln>
          <a:effectLst/>
        </p:spPr>
        <p:txBody>
          <a:bodyPr wrap="none" anchor="ctr"/>
          <a:lstStyle/>
          <a:p>
            <a:endParaRPr lang="en-US" sz="1350"/>
          </a:p>
        </p:txBody>
      </p:sp>
      <p:grpSp>
        <p:nvGrpSpPr>
          <p:cNvPr id="3" name="Group 2">
            <a:extLst>
              <a:ext uri="{FF2B5EF4-FFF2-40B4-BE49-F238E27FC236}">
                <a16:creationId xmlns:a16="http://schemas.microsoft.com/office/drawing/2014/main" id="{D61EAA60-C183-0C6B-E666-D87043055219}"/>
              </a:ext>
            </a:extLst>
          </p:cNvPr>
          <p:cNvGrpSpPr>
            <a:grpSpLocks/>
          </p:cNvGrpSpPr>
          <p:nvPr/>
        </p:nvGrpSpPr>
        <p:grpSpPr bwMode="auto">
          <a:xfrm>
            <a:off x="4799411" y="3604022"/>
            <a:ext cx="439340" cy="457200"/>
            <a:chOff x="1824" y="864"/>
            <a:chExt cx="240" cy="240"/>
          </a:xfrm>
        </p:grpSpPr>
        <p:sp>
          <p:nvSpPr>
            <p:cNvPr id="165" name="Oval 3">
              <a:extLst>
                <a:ext uri="{FF2B5EF4-FFF2-40B4-BE49-F238E27FC236}">
                  <a16:creationId xmlns:a16="http://schemas.microsoft.com/office/drawing/2014/main" id="{22497692-8DBE-DF93-599C-31F065F301C5}"/>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170" name="Rectangle 4">
              <a:extLst>
                <a:ext uri="{FF2B5EF4-FFF2-40B4-BE49-F238E27FC236}">
                  <a16:creationId xmlns:a16="http://schemas.microsoft.com/office/drawing/2014/main" id="{5E54DC34-3FB3-301A-1930-82B1F68D41C1}"/>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171" name="Group 5">
            <a:extLst>
              <a:ext uri="{FF2B5EF4-FFF2-40B4-BE49-F238E27FC236}">
                <a16:creationId xmlns:a16="http://schemas.microsoft.com/office/drawing/2014/main" id="{9F8C4CBF-A445-A000-7837-6E38C9AECC9E}"/>
              </a:ext>
            </a:extLst>
          </p:cNvPr>
          <p:cNvGrpSpPr>
            <a:grpSpLocks/>
          </p:cNvGrpSpPr>
          <p:nvPr/>
        </p:nvGrpSpPr>
        <p:grpSpPr bwMode="auto">
          <a:xfrm>
            <a:off x="5951936" y="4243388"/>
            <a:ext cx="439340" cy="457200"/>
            <a:chOff x="1824" y="864"/>
            <a:chExt cx="240" cy="240"/>
          </a:xfrm>
        </p:grpSpPr>
        <p:sp>
          <p:nvSpPr>
            <p:cNvPr id="172" name="Oval 6">
              <a:extLst>
                <a:ext uri="{FF2B5EF4-FFF2-40B4-BE49-F238E27FC236}">
                  <a16:creationId xmlns:a16="http://schemas.microsoft.com/office/drawing/2014/main" id="{C62B06E1-D2C7-8626-F099-5B4931426D7B}"/>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173" name="Rectangle 7">
              <a:extLst>
                <a:ext uri="{FF2B5EF4-FFF2-40B4-BE49-F238E27FC236}">
                  <a16:creationId xmlns:a16="http://schemas.microsoft.com/office/drawing/2014/main" id="{4ED36F23-76E1-CCC5-7E0D-1D7910C6E9FC}"/>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174" name="Group 8">
            <a:extLst>
              <a:ext uri="{FF2B5EF4-FFF2-40B4-BE49-F238E27FC236}">
                <a16:creationId xmlns:a16="http://schemas.microsoft.com/office/drawing/2014/main" id="{6D4AC0DB-BD93-D7D3-3B20-5BA36C0082DD}"/>
              </a:ext>
            </a:extLst>
          </p:cNvPr>
          <p:cNvGrpSpPr>
            <a:grpSpLocks/>
          </p:cNvGrpSpPr>
          <p:nvPr/>
        </p:nvGrpSpPr>
        <p:grpSpPr bwMode="auto">
          <a:xfrm>
            <a:off x="5326856" y="3524250"/>
            <a:ext cx="439341" cy="457200"/>
            <a:chOff x="1824" y="864"/>
            <a:chExt cx="240" cy="240"/>
          </a:xfrm>
        </p:grpSpPr>
        <p:sp>
          <p:nvSpPr>
            <p:cNvPr id="175" name="Oval 9">
              <a:extLst>
                <a:ext uri="{FF2B5EF4-FFF2-40B4-BE49-F238E27FC236}">
                  <a16:creationId xmlns:a16="http://schemas.microsoft.com/office/drawing/2014/main" id="{9B9AC39D-33D8-1931-3DA2-C17A8DBED2E4}"/>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176" name="Rectangle 10">
              <a:extLst>
                <a:ext uri="{FF2B5EF4-FFF2-40B4-BE49-F238E27FC236}">
                  <a16:creationId xmlns:a16="http://schemas.microsoft.com/office/drawing/2014/main" id="{6CB27B8C-45BA-4AFD-A521-7AEC97E541B1}"/>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177" name="Group 11">
            <a:extLst>
              <a:ext uri="{FF2B5EF4-FFF2-40B4-BE49-F238E27FC236}">
                <a16:creationId xmlns:a16="http://schemas.microsoft.com/office/drawing/2014/main" id="{9346F402-3926-C24C-2E69-D33B3B27BD58}"/>
              </a:ext>
            </a:extLst>
          </p:cNvPr>
          <p:cNvGrpSpPr>
            <a:grpSpLocks/>
          </p:cNvGrpSpPr>
          <p:nvPr/>
        </p:nvGrpSpPr>
        <p:grpSpPr bwMode="auto">
          <a:xfrm>
            <a:off x="5612606" y="4426744"/>
            <a:ext cx="439341" cy="457200"/>
            <a:chOff x="1824" y="864"/>
            <a:chExt cx="240" cy="240"/>
          </a:xfrm>
        </p:grpSpPr>
        <p:sp>
          <p:nvSpPr>
            <p:cNvPr id="178" name="Oval 12">
              <a:extLst>
                <a:ext uri="{FF2B5EF4-FFF2-40B4-BE49-F238E27FC236}">
                  <a16:creationId xmlns:a16="http://schemas.microsoft.com/office/drawing/2014/main" id="{77C797B6-1CB9-878F-87C7-F5D970F193BA}"/>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179" name="Rectangle 13">
              <a:extLst>
                <a:ext uri="{FF2B5EF4-FFF2-40B4-BE49-F238E27FC236}">
                  <a16:creationId xmlns:a16="http://schemas.microsoft.com/office/drawing/2014/main" id="{DC42F300-F7EF-2E68-7FB1-3A69D75C9C8F}"/>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180" name="Group 14">
            <a:extLst>
              <a:ext uri="{FF2B5EF4-FFF2-40B4-BE49-F238E27FC236}">
                <a16:creationId xmlns:a16="http://schemas.microsoft.com/office/drawing/2014/main" id="{478DEB60-B612-41CB-A4B2-CA03A0FBD2DF}"/>
              </a:ext>
            </a:extLst>
          </p:cNvPr>
          <p:cNvGrpSpPr>
            <a:grpSpLocks/>
          </p:cNvGrpSpPr>
          <p:nvPr/>
        </p:nvGrpSpPr>
        <p:grpSpPr bwMode="auto">
          <a:xfrm>
            <a:off x="5524500" y="3971925"/>
            <a:ext cx="439341" cy="457200"/>
            <a:chOff x="1824" y="864"/>
            <a:chExt cx="240" cy="240"/>
          </a:xfrm>
        </p:grpSpPr>
        <p:sp>
          <p:nvSpPr>
            <p:cNvPr id="181" name="Oval 15">
              <a:extLst>
                <a:ext uri="{FF2B5EF4-FFF2-40B4-BE49-F238E27FC236}">
                  <a16:creationId xmlns:a16="http://schemas.microsoft.com/office/drawing/2014/main" id="{A24F4E8A-BFEE-9492-8BAA-B036759675B8}"/>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182" name="Rectangle 16">
              <a:extLst>
                <a:ext uri="{FF2B5EF4-FFF2-40B4-BE49-F238E27FC236}">
                  <a16:creationId xmlns:a16="http://schemas.microsoft.com/office/drawing/2014/main" id="{BB18A29E-B3B0-40F5-9D18-4B0520E6DD36}"/>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183" name="Group 17">
            <a:extLst>
              <a:ext uri="{FF2B5EF4-FFF2-40B4-BE49-F238E27FC236}">
                <a16:creationId xmlns:a16="http://schemas.microsoft.com/office/drawing/2014/main" id="{FD2929AA-BDD1-72BB-823E-0F890DF53A64}"/>
              </a:ext>
            </a:extLst>
          </p:cNvPr>
          <p:cNvGrpSpPr>
            <a:grpSpLocks/>
          </p:cNvGrpSpPr>
          <p:nvPr/>
        </p:nvGrpSpPr>
        <p:grpSpPr bwMode="auto">
          <a:xfrm>
            <a:off x="4801792" y="4426744"/>
            <a:ext cx="439340" cy="457200"/>
            <a:chOff x="1824" y="864"/>
            <a:chExt cx="240" cy="240"/>
          </a:xfrm>
        </p:grpSpPr>
        <p:sp>
          <p:nvSpPr>
            <p:cNvPr id="184" name="Oval 18">
              <a:extLst>
                <a:ext uri="{FF2B5EF4-FFF2-40B4-BE49-F238E27FC236}">
                  <a16:creationId xmlns:a16="http://schemas.microsoft.com/office/drawing/2014/main" id="{4D909D79-BD16-4481-09DE-F33A6B89864D}"/>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185" name="Rectangle 19">
              <a:extLst>
                <a:ext uri="{FF2B5EF4-FFF2-40B4-BE49-F238E27FC236}">
                  <a16:creationId xmlns:a16="http://schemas.microsoft.com/office/drawing/2014/main" id="{5DD37188-F7FE-F9D1-7EE4-B87F904E7924}"/>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186" name="Group 20">
            <a:extLst>
              <a:ext uri="{FF2B5EF4-FFF2-40B4-BE49-F238E27FC236}">
                <a16:creationId xmlns:a16="http://schemas.microsoft.com/office/drawing/2014/main" id="{A8413FB0-5657-732D-E5E5-7294CF364FA1}"/>
              </a:ext>
            </a:extLst>
          </p:cNvPr>
          <p:cNvGrpSpPr>
            <a:grpSpLocks/>
          </p:cNvGrpSpPr>
          <p:nvPr/>
        </p:nvGrpSpPr>
        <p:grpSpPr bwMode="auto">
          <a:xfrm>
            <a:off x="5255419" y="3970735"/>
            <a:ext cx="439341" cy="457200"/>
            <a:chOff x="3146" y="2487"/>
            <a:chExt cx="369" cy="384"/>
          </a:xfrm>
        </p:grpSpPr>
        <p:sp>
          <p:nvSpPr>
            <p:cNvPr id="187" name="Oval 21">
              <a:extLst>
                <a:ext uri="{FF2B5EF4-FFF2-40B4-BE49-F238E27FC236}">
                  <a16:creationId xmlns:a16="http://schemas.microsoft.com/office/drawing/2014/main" id="{6B7E1049-CC6D-E4FE-565C-0E844AC30873}"/>
                </a:ext>
              </a:extLst>
            </p:cNvPr>
            <p:cNvSpPr>
              <a:spLocks noChangeArrowheads="1"/>
            </p:cNvSpPr>
            <p:nvPr/>
          </p:nvSpPr>
          <p:spPr bwMode="auto">
            <a:xfrm>
              <a:off x="3146" y="2487"/>
              <a:ext cx="369" cy="384"/>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188" name="Rectangle 22">
              <a:extLst>
                <a:ext uri="{FF2B5EF4-FFF2-40B4-BE49-F238E27FC236}">
                  <a16:creationId xmlns:a16="http://schemas.microsoft.com/office/drawing/2014/main" id="{156289EC-A77E-3887-0C10-7AB9268D64AC}"/>
                </a:ext>
              </a:extLst>
            </p:cNvPr>
            <p:cNvSpPr>
              <a:spLocks noChangeArrowheads="1"/>
            </p:cNvSpPr>
            <p:nvPr/>
          </p:nvSpPr>
          <p:spPr bwMode="auto">
            <a:xfrm>
              <a:off x="3220" y="2641"/>
              <a:ext cx="221" cy="76"/>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189" name="Group 23">
            <a:extLst>
              <a:ext uri="{FF2B5EF4-FFF2-40B4-BE49-F238E27FC236}">
                <a16:creationId xmlns:a16="http://schemas.microsoft.com/office/drawing/2014/main" id="{77A4B856-4250-563E-D7BB-D549A5B8D979}"/>
              </a:ext>
            </a:extLst>
          </p:cNvPr>
          <p:cNvGrpSpPr>
            <a:grpSpLocks/>
          </p:cNvGrpSpPr>
          <p:nvPr/>
        </p:nvGrpSpPr>
        <p:grpSpPr bwMode="auto">
          <a:xfrm>
            <a:off x="5965031" y="3605213"/>
            <a:ext cx="439341" cy="457200"/>
            <a:chOff x="1824" y="864"/>
            <a:chExt cx="240" cy="240"/>
          </a:xfrm>
        </p:grpSpPr>
        <p:sp>
          <p:nvSpPr>
            <p:cNvPr id="190" name="Oval 24">
              <a:extLst>
                <a:ext uri="{FF2B5EF4-FFF2-40B4-BE49-F238E27FC236}">
                  <a16:creationId xmlns:a16="http://schemas.microsoft.com/office/drawing/2014/main" id="{501BC5CA-48A9-8270-7C46-3443E4E5AC89}"/>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191" name="Rectangle 25">
              <a:extLst>
                <a:ext uri="{FF2B5EF4-FFF2-40B4-BE49-F238E27FC236}">
                  <a16:creationId xmlns:a16="http://schemas.microsoft.com/office/drawing/2014/main" id="{6A7E6717-3F61-6375-7C5E-BCF6FEA9031A}"/>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192" name="Group 26">
            <a:extLst>
              <a:ext uri="{FF2B5EF4-FFF2-40B4-BE49-F238E27FC236}">
                <a16:creationId xmlns:a16="http://schemas.microsoft.com/office/drawing/2014/main" id="{D44F3DB9-CF11-9D1A-0488-B82A2B43A171}"/>
              </a:ext>
            </a:extLst>
          </p:cNvPr>
          <p:cNvGrpSpPr>
            <a:grpSpLocks/>
          </p:cNvGrpSpPr>
          <p:nvPr/>
        </p:nvGrpSpPr>
        <p:grpSpPr bwMode="auto">
          <a:xfrm>
            <a:off x="4799411" y="4243388"/>
            <a:ext cx="439340" cy="457200"/>
            <a:chOff x="1824" y="864"/>
            <a:chExt cx="240" cy="240"/>
          </a:xfrm>
        </p:grpSpPr>
        <p:sp>
          <p:nvSpPr>
            <p:cNvPr id="193" name="Oval 27">
              <a:extLst>
                <a:ext uri="{FF2B5EF4-FFF2-40B4-BE49-F238E27FC236}">
                  <a16:creationId xmlns:a16="http://schemas.microsoft.com/office/drawing/2014/main" id="{4CA0A09B-3305-CA93-6AE6-D5634E5F7CB2}"/>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194" name="Rectangle 28">
              <a:extLst>
                <a:ext uri="{FF2B5EF4-FFF2-40B4-BE49-F238E27FC236}">
                  <a16:creationId xmlns:a16="http://schemas.microsoft.com/office/drawing/2014/main" id="{8FB74C2E-DD06-C723-D2C2-F604AF06A340}"/>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195" name="Group 29">
            <a:extLst>
              <a:ext uri="{FF2B5EF4-FFF2-40B4-BE49-F238E27FC236}">
                <a16:creationId xmlns:a16="http://schemas.microsoft.com/office/drawing/2014/main" id="{20B6396B-D9A8-6375-0503-39B101DF4DBE}"/>
              </a:ext>
            </a:extLst>
          </p:cNvPr>
          <p:cNvGrpSpPr>
            <a:grpSpLocks/>
          </p:cNvGrpSpPr>
          <p:nvPr/>
        </p:nvGrpSpPr>
        <p:grpSpPr bwMode="auto">
          <a:xfrm>
            <a:off x="5678092" y="3604022"/>
            <a:ext cx="439340" cy="457200"/>
            <a:chOff x="1824" y="864"/>
            <a:chExt cx="240" cy="240"/>
          </a:xfrm>
        </p:grpSpPr>
        <p:sp>
          <p:nvSpPr>
            <p:cNvPr id="196" name="Oval 30">
              <a:extLst>
                <a:ext uri="{FF2B5EF4-FFF2-40B4-BE49-F238E27FC236}">
                  <a16:creationId xmlns:a16="http://schemas.microsoft.com/office/drawing/2014/main" id="{858DB183-4997-EA63-C24E-344F6F698890}"/>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197" name="Rectangle 31">
              <a:extLst>
                <a:ext uri="{FF2B5EF4-FFF2-40B4-BE49-F238E27FC236}">
                  <a16:creationId xmlns:a16="http://schemas.microsoft.com/office/drawing/2014/main" id="{85DE437B-23BF-DBA8-8A0D-8017020BC733}"/>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198" name="Group 32">
            <a:extLst>
              <a:ext uri="{FF2B5EF4-FFF2-40B4-BE49-F238E27FC236}">
                <a16:creationId xmlns:a16="http://schemas.microsoft.com/office/drawing/2014/main" id="{D92CA467-EBF3-BA50-B9EA-9935F98EB024}"/>
              </a:ext>
            </a:extLst>
          </p:cNvPr>
          <p:cNvGrpSpPr>
            <a:grpSpLocks/>
          </p:cNvGrpSpPr>
          <p:nvPr/>
        </p:nvGrpSpPr>
        <p:grpSpPr bwMode="auto">
          <a:xfrm>
            <a:off x="5256611" y="3604022"/>
            <a:ext cx="439340" cy="457200"/>
            <a:chOff x="1824" y="864"/>
            <a:chExt cx="240" cy="240"/>
          </a:xfrm>
        </p:grpSpPr>
        <p:sp>
          <p:nvSpPr>
            <p:cNvPr id="199" name="Oval 33">
              <a:extLst>
                <a:ext uri="{FF2B5EF4-FFF2-40B4-BE49-F238E27FC236}">
                  <a16:creationId xmlns:a16="http://schemas.microsoft.com/office/drawing/2014/main" id="{649090DC-DEFC-66C7-619A-C6C494698994}"/>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200" name="Rectangle 34">
              <a:extLst>
                <a:ext uri="{FF2B5EF4-FFF2-40B4-BE49-F238E27FC236}">
                  <a16:creationId xmlns:a16="http://schemas.microsoft.com/office/drawing/2014/main" id="{E7EFBC3B-D563-CE8F-CBAF-E71BC7C429E2}"/>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201" name="Group 35">
            <a:extLst>
              <a:ext uri="{FF2B5EF4-FFF2-40B4-BE49-F238E27FC236}">
                <a16:creationId xmlns:a16="http://schemas.microsoft.com/office/drawing/2014/main" id="{9E8EF42B-AEBD-7CAF-F708-89DDCF6860E2}"/>
              </a:ext>
            </a:extLst>
          </p:cNvPr>
          <p:cNvGrpSpPr>
            <a:grpSpLocks/>
          </p:cNvGrpSpPr>
          <p:nvPr/>
        </p:nvGrpSpPr>
        <p:grpSpPr bwMode="auto">
          <a:xfrm>
            <a:off x="4799411" y="3969544"/>
            <a:ext cx="439340" cy="457200"/>
            <a:chOff x="1824" y="864"/>
            <a:chExt cx="240" cy="240"/>
          </a:xfrm>
        </p:grpSpPr>
        <p:sp>
          <p:nvSpPr>
            <p:cNvPr id="202" name="Oval 36">
              <a:extLst>
                <a:ext uri="{FF2B5EF4-FFF2-40B4-BE49-F238E27FC236}">
                  <a16:creationId xmlns:a16="http://schemas.microsoft.com/office/drawing/2014/main" id="{76C62B40-D386-DC6F-57AD-19A49454E581}"/>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203" name="Rectangle 37">
              <a:extLst>
                <a:ext uri="{FF2B5EF4-FFF2-40B4-BE49-F238E27FC236}">
                  <a16:creationId xmlns:a16="http://schemas.microsoft.com/office/drawing/2014/main" id="{5351C7B7-9627-7089-CBA5-D64620CC6660}"/>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204" name="Group 38">
            <a:extLst>
              <a:ext uri="{FF2B5EF4-FFF2-40B4-BE49-F238E27FC236}">
                <a16:creationId xmlns:a16="http://schemas.microsoft.com/office/drawing/2014/main" id="{1E7E384F-2B4D-3B47-F3FE-6413B65F7F8A}"/>
              </a:ext>
            </a:extLst>
          </p:cNvPr>
          <p:cNvGrpSpPr>
            <a:grpSpLocks/>
          </p:cNvGrpSpPr>
          <p:nvPr/>
        </p:nvGrpSpPr>
        <p:grpSpPr bwMode="auto">
          <a:xfrm>
            <a:off x="5250656" y="4426744"/>
            <a:ext cx="439341" cy="457200"/>
            <a:chOff x="1824" y="864"/>
            <a:chExt cx="240" cy="240"/>
          </a:xfrm>
        </p:grpSpPr>
        <p:sp>
          <p:nvSpPr>
            <p:cNvPr id="205" name="Oval 39">
              <a:extLst>
                <a:ext uri="{FF2B5EF4-FFF2-40B4-BE49-F238E27FC236}">
                  <a16:creationId xmlns:a16="http://schemas.microsoft.com/office/drawing/2014/main" id="{656D691D-6ADB-0952-4DCD-10468B43E682}"/>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206" name="Rectangle 40">
              <a:extLst>
                <a:ext uri="{FF2B5EF4-FFF2-40B4-BE49-F238E27FC236}">
                  <a16:creationId xmlns:a16="http://schemas.microsoft.com/office/drawing/2014/main" id="{85B5F2B7-75D0-C32E-5E5E-4F98D20352BF}"/>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207" name="Group 41">
            <a:extLst>
              <a:ext uri="{FF2B5EF4-FFF2-40B4-BE49-F238E27FC236}">
                <a16:creationId xmlns:a16="http://schemas.microsoft.com/office/drawing/2014/main" id="{46555B10-80E9-031C-DFBD-097A78D806D7}"/>
              </a:ext>
            </a:extLst>
          </p:cNvPr>
          <p:cNvGrpSpPr>
            <a:grpSpLocks/>
          </p:cNvGrpSpPr>
          <p:nvPr/>
        </p:nvGrpSpPr>
        <p:grpSpPr bwMode="auto">
          <a:xfrm>
            <a:off x="5963842" y="3970735"/>
            <a:ext cx="439340" cy="457200"/>
            <a:chOff x="1824" y="864"/>
            <a:chExt cx="240" cy="240"/>
          </a:xfrm>
        </p:grpSpPr>
        <p:sp>
          <p:nvSpPr>
            <p:cNvPr id="208" name="Oval 42">
              <a:extLst>
                <a:ext uri="{FF2B5EF4-FFF2-40B4-BE49-F238E27FC236}">
                  <a16:creationId xmlns:a16="http://schemas.microsoft.com/office/drawing/2014/main" id="{1248C02E-2AFB-507B-8ADC-9D6386AC2E5C}"/>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209" name="Rectangle 43">
              <a:extLst>
                <a:ext uri="{FF2B5EF4-FFF2-40B4-BE49-F238E27FC236}">
                  <a16:creationId xmlns:a16="http://schemas.microsoft.com/office/drawing/2014/main" id="{634E0B9F-32A3-2810-3D50-634D74B9757C}"/>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210" name="Group 44">
            <a:extLst>
              <a:ext uri="{FF2B5EF4-FFF2-40B4-BE49-F238E27FC236}">
                <a16:creationId xmlns:a16="http://schemas.microsoft.com/office/drawing/2014/main" id="{5C3B0540-D431-34C7-004B-25559B6C79A8}"/>
              </a:ext>
            </a:extLst>
          </p:cNvPr>
          <p:cNvGrpSpPr>
            <a:grpSpLocks/>
          </p:cNvGrpSpPr>
          <p:nvPr/>
        </p:nvGrpSpPr>
        <p:grpSpPr bwMode="auto">
          <a:xfrm>
            <a:off x="5844780" y="3604022"/>
            <a:ext cx="439340" cy="457200"/>
            <a:chOff x="1824" y="864"/>
            <a:chExt cx="240" cy="240"/>
          </a:xfrm>
        </p:grpSpPr>
        <p:sp>
          <p:nvSpPr>
            <p:cNvPr id="211" name="Oval 45">
              <a:extLst>
                <a:ext uri="{FF2B5EF4-FFF2-40B4-BE49-F238E27FC236}">
                  <a16:creationId xmlns:a16="http://schemas.microsoft.com/office/drawing/2014/main" id="{713809FC-1EAA-09F3-5D6A-7F0D6A44C181}"/>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212" name="Rectangle 46">
              <a:extLst>
                <a:ext uri="{FF2B5EF4-FFF2-40B4-BE49-F238E27FC236}">
                  <a16:creationId xmlns:a16="http://schemas.microsoft.com/office/drawing/2014/main" id="{AD2DC03F-F77C-5C66-204D-137BFB7B46AA}"/>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213" name="Group 47">
            <a:extLst>
              <a:ext uri="{FF2B5EF4-FFF2-40B4-BE49-F238E27FC236}">
                <a16:creationId xmlns:a16="http://schemas.microsoft.com/office/drawing/2014/main" id="{CFA543F8-343A-D281-D90F-D88648FF42C5}"/>
              </a:ext>
            </a:extLst>
          </p:cNvPr>
          <p:cNvGrpSpPr>
            <a:grpSpLocks/>
          </p:cNvGrpSpPr>
          <p:nvPr/>
        </p:nvGrpSpPr>
        <p:grpSpPr bwMode="auto">
          <a:xfrm>
            <a:off x="5932886" y="4429125"/>
            <a:ext cx="439340" cy="457200"/>
            <a:chOff x="1824" y="864"/>
            <a:chExt cx="240" cy="240"/>
          </a:xfrm>
        </p:grpSpPr>
        <p:sp>
          <p:nvSpPr>
            <p:cNvPr id="214" name="Oval 48">
              <a:extLst>
                <a:ext uri="{FF2B5EF4-FFF2-40B4-BE49-F238E27FC236}">
                  <a16:creationId xmlns:a16="http://schemas.microsoft.com/office/drawing/2014/main" id="{70F7113B-715B-40D4-C42E-43D0A5588353}"/>
                </a:ext>
              </a:extLst>
            </p:cNvPr>
            <p:cNvSpPr>
              <a:spLocks noChangeArrowheads="1"/>
            </p:cNvSpPr>
            <p:nvPr/>
          </p:nvSpPr>
          <p:spPr bwMode="auto">
            <a:xfrm>
              <a:off x="1824" y="864"/>
              <a:ext cx="240" cy="240"/>
            </a:xfrm>
            <a:prstGeom prst="ellipse">
              <a:avLst/>
            </a:prstGeom>
            <a:solidFill>
              <a:schemeClr val="accent1"/>
            </a:solidFill>
            <a:ln w="9525">
              <a:solidFill>
                <a:schemeClr val="tx1"/>
              </a:solidFill>
              <a:round/>
              <a:headEnd/>
              <a:tailEnd/>
            </a:ln>
            <a:effectLst/>
          </p:spPr>
          <p:txBody>
            <a:bodyPr wrap="none" anchor="ctr"/>
            <a:lstStyle/>
            <a:p>
              <a:endParaRPr lang="en-US" sz="1350"/>
            </a:p>
          </p:txBody>
        </p:sp>
        <p:sp>
          <p:nvSpPr>
            <p:cNvPr id="215" name="Rectangle 49">
              <a:extLst>
                <a:ext uri="{FF2B5EF4-FFF2-40B4-BE49-F238E27FC236}">
                  <a16:creationId xmlns:a16="http://schemas.microsoft.com/office/drawing/2014/main" id="{D2B91331-E93D-AE55-50BA-B263AD33B75B}"/>
                </a:ext>
              </a:extLst>
            </p:cNvPr>
            <p:cNvSpPr>
              <a:spLocks noChangeArrowheads="1"/>
            </p:cNvSpPr>
            <p:nvPr/>
          </p:nvSpPr>
          <p:spPr bwMode="auto">
            <a:xfrm>
              <a:off x="1872" y="960"/>
              <a:ext cx="144" cy="48"/>
            </a:xfrm>
            <a:prstGeom prst="rect">
              <a:avLst/>
            </a:prstGeom>
            <a:solidFill>
              <a:schemeClr val="bg1"/>
            </a:solidFill>
            <a:ln w="9525">
              <a:solidFill>
                <a:schemeClr val="tx1"/>
              </a:solidFill>
              <a:miter lim="800000"/>
              <a:headEnd/>
              <a:tailEnd/>
            </a:ln>
            <a:effectLst/>
          </p:spPr>
          <p:txBody>
            <a:bodyPr wrap="none" anchor="ctr"/>
            <a:lstStyle/>
            <a:p>
              <a:endParaRPr lang="en-US" sz="1350"/>
            </a:p>
          </p:txBody>
        </p:sp>
      </p:grpSp>
      <p:grpSp>
        <p:nvGrpSpPr>
          <p:cNvPr id="216" name="Group 50">
            <a:extLst>
              <a:ext uri="{FF2B5EF4-FFF2-40B4-BE49-F238E27FC236}">
                <a16:creationId xmlns:a16="http://schemas.microsoft.com/office/drawing/2014/main" id="{41AE5D03-2493-5535-CE40-F02473C3FC75}"/>
              </a:ext>
            </a:extLst>
          </p:cNvPr>
          <p:cNvGrpSpPr>
            <a:grpSpLocks/>
          </p:cNvGrpSpPr>
          <p:nvPr/>
        </p:nvGrpSpPr>
        <p:grpSpPr bwMode="auto">
          <a:xfrm>
            <a:off x="3452813" y="3604022"/>
            <a:ext cx="457200" cy="457200"/>
            <a:chOff x="2304" y="1008"/>
            <a:chExt cx="240" cy="240"/>
          </a:xfrm>
        </p:grpSpPr>
        <p:sp>
          <p:nvSpPr>
            <p:cNvPr id="217" name="Oval 51">
              <a:extLst>
                <a:ext uri="{FF2B5EF4-FFF2-40B4-BE49-F238E27FC236}">
                  <a16:creationId xmlns:a16="http://schemas.microsoft.com/office/drawing/2014/main" id="{A35279B0-32AF-C163-5F87-E7FEFED4BC13}"/>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218" name="Group 52">
              <a:extLst>
                <a:ext uri="{FF2B5EF4-FFF2-40B4-BE49-F238E27FC236}">
                  <a16:creationId xmlns:a16="http://schemas.microsoft.com/office/drawing/2014/main" id="{D9B7355B-3B5F-028D-85CB-B151770E028A}"/>
                </a:ext>
              </a:extLst>
            </p:cNvPr>
            <p:cNvGrpSpPr>
              <a:grpSpLocks/>
            </p:cNvGrpSpPr>
            <p:nvPr/>
          </p:nvGrpSpPr>
          <p:grpSpPr bwMode="auto">
            <a:xfrm>
              <a:off x="2352" y="1056"/>
              <a:ext cx="144" cy="144"/>
              <a:chOff x="2352" y="480"/>
              <a:chExt cx="144" cy="144"/>
            </a:xfrm>
          </p:grpSpPr>
          <p:sp>
            <p:nvSpPr>
              <p:cNvPr id="219" name="Rectangle 53">
                <a:extLst>
                  <a:ext uri="{FF2B5EF4-FFF2-40B4-BE49-F238E27FC236}">
                    <a16:creationId xmlns:a16="http://schemas.microsoft.com/office/drawing/2014/main" id="{ECDFFCC1-E9DF-811D-32CF-E8F111EB8393}"/>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220" name="Rectangle 54">
                <a:extLst>
                  <a:ext uri="{FF2B5EF4-FFF2-40B4-BE49-F238E27FC236}">
                    <a16:creationId xmlns:a16="http://schemas.microsoft.com/office/drawing/2014/main" id="{36AA276B-2FFE-F0B7-C2FF-D27425F6590B}"/>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221" name="Group 55">
            <a:extLst>
              <a:ext uri="{FF2B5EF4-FFF2-40B4-BE49-F238E27FC236}">
                <a16:creationId xmlns:a16="http://schemas.microsoft.com/office/drawing/2014/main" id="{922D12C2-791B-8719-7D64-EA7E7DAE0DCA}"/>
              </a:ext>
            </a:extLst>
          </p:cNvPr>
          <p:cNvGrpSpPr>
            <a:grpSpLocks/>
          </p:cNvGrpSpPr>
          <p:nvPr/>
        </p:nvGrpSpPr>
        <p:grpSpPr bwMode="auto">
          <a:xfrm>
            <a:off x="3112294" y="3605213"/>
            <a:ext cx="457200" cy="457200"/>
            <a:chOff x="2304" y="1008"/>
            <a:chExt cx="240" cy="240"/>
          </a:xfrm>
        </p:grpSpPr>
        <p:sp>
          <p:nvSpPr>
            <p:cNvPr id="222" name="Oval 56">
              <a:extLst>
                <a:ext uri="{FF2B5EF4-FFF2-40B4-BE49-F238E27FC236}">
                  <a16:creationId xmlns:a16="http://schemas.microsoft.com/office/drawing/2014/main" id="{2776D7DA-2FC9-AD5A-EE0B-E9D2F3A81059}"/>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223" name="Group 57">
              <a:extLst>
                <a:ext uri="{FF2B5EF4-FFF2-40B4-BE49-F238E27FC236}">
                  <a16:creationId xmlns:a16="http://schemas.microsoft.com/office/drawing/2014/main" id="{214F4870-5B24-14C8-3ED9-424C90A26ACD}"/>
                </a:ext>
              </a:extLst>
            </p:cNvPr>
            <p:cNvGrpSpPr>
              <a:grpSpLocks/>
            </p:cNvGrpSpPr>
            <p:nvPr/>
          </p:nvGrpSpPr>
          <p:grpSpPr bwMode="auto">
            <a:xfrm>
              <a:off x="2352" y="1056"/>
              <a:ext cx="144" cy="144"/>
              <a:chOff x="2352" y="480"/>
              <a:chExt cx="144" cy="144"/>
            </a:xfrm>
          </p:grpSpPr>
          <p:sp>
            <p:nvSpPr>
              <p:cNvPr id="224" name="Rectangle 58">
                <a:extLst>
                  <a:ext uri="{FF2B5EF4-FFF2-40B4-BE49-F238E27FC236}">
                    <a16:creationId xmlns:a16="http://schemas.microsoft.com/office/drawing/2014/main" id="{8D41670B-7F28-5CC4-CD0F-1C3350FD2060}"/>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225" name="Rectangle 59">
                <a:extLst>
                  <a:ext uri="{FF2B5EF4-FFF2-40B4-BE49-F238E27FC236}">
                    <a16:creationId xmlns:a16="http://schemas.microsoft.com/office/drawing/2014/main" id="{4960D397-8E0E-8601-3DBF-0CFE2C0324B0}"/>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226" name="Group 60">
            <a:extLst>
              <a:ext uri="{FF2B5EF4-FFF2-40B4-BE49-F238E27FC236}">
                <a16:creationId xmlns:a16="http://schemas.microsoft.com/office/drawing/2014/main" id="{9153D4CE-696F-CA42-C2C4-B6853F6BF3B3}"/>
              </a:ext>
            </a:extLst>
          </p:cNvPr>
          <p:cNvGrpSpPr>
            <a:grpSpLocks/>
          </p:cNvGrpSpPr>
          <p:nvPr/>
        </p:nvGrpSpPr>
        <p:grpSpPr bwMode="auto">
          <a:xfrm>
            <a:off x="3818335" y="3604023"/>
            <a:ext cx="914400" cy="1006078"/>
            <a:chOff x="2119" y="2179"/>
            <a:chExt cx="768" cy="845"/>
          </a:xfrm>
        </p:grpSpPr>
        <p:grpSp>
          <p:nvGrpSpPr>
            <p:cNvPr id="227" name="Group 61">
              <a:extLst>
                <a:ext uri="{FF2B5EF4-FFF2-40B4-BE49-F238E27FC236}">
                  <a16:creationId xmlns:a16="http://schemas.microsoft.com/office/drawing/2014/main" id="{01A10E2A-2B05-9E62-5A3A-EC027803FD3D}"/>
                </a:ext>
              </a:extLst>
            </p:cNvPr>
            <p:cNvGrpSpPr>
              <a:grpSpLocks/>
            </p:cNvGrpSpPr>
            <p:nvPr/>
          </p:nvGrpSpPr>
          <p:grpSpPr bwMode="auto">
            <a:xfrm>
              <a:off x="2503" y="2640"/>
              <a:ext cx="384" cy="384"/>
              <a:chOff x="2304" y="1008"/>
              <a:chExt cx="240" cy="240"/>
            </a:xfrm>
          </p:grpSpPr>
          <p:sp>
            <p:nvSpPr>
              <p:cNvPr id="233" name="Oval 62">
                <a:extLst>
                  <a:ext uri="{FF2B5EF4-FFF2-40B4-BE49-F238E27FC236}">
                    <a16:creationId xmlns:a16="http://schemas.microsoft.com/office/drawing/2014/main" id="{AF838826-36E2-9C1B-6EC5-ABC426EBAB48}"/>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234" name="Group 63">
                <a:extLst>
                  <a:ext uri="{FF2B5EF4-FFF2-40B4-BE49-F238E27FC236}">
                    <a16:creationId xmlns:a16="http://schemas.microsoft.com/office/drawing/2014/main" id="{233A7E7F-39A3-4C2F-5437-A4FBB532B0E3}"/>
                  </a:ext>
                </a:extLst>
              </p:cNvPr>
              <p:cNvGrpSpPr>
                <a:grpSpLocks/>
              </p:cNvGrpSpPr>
              <p:nvPr/>
            </p:nvGrpSpPr>
            <p:grpSpPr bwMode="auto">
              <a:xfrm>
                <a:off x="2352" y="1056"/>
                <a:ext cx="144" cy="144"/>
                <a:chOff x="2352" y="480"/>
                <a:chExt cx="144" cy="144"/>
              </a:xfrm>
            </p:grpSpPr>
            <p:sp>
              <p:nvSpPr>
                <p:cNvPr id="235" name="Rectangle 64">
                  <a:extLst>
                    <a:ext uri="{FF2B5EF4-FFF2-40B4-BE49-F238E27FC236}">
                      <a16:creationId xmlns:a16="http://schemas.microsoft.com/office/drawing/2014/main" id="{C6F9B9D7-A98E-C337-F96E-264C66529A44}"/>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236" name="Rectangle 65">
                  <a:extLst>
                    <a:ext uri="{FF2B5EF4-FFF2-40B4-BE49-F238E27FC236}">
                      <a16:creationId xmlns:a16="http://schemas.microsoft.com/office/drawing/2014/main" id="{F671A737-F5CB-9369-BCB6-764338878B99}"/>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228" name="Group 66">
              <a:extLst>
                <a:ext uri="{FF2B5EF4-FFF2-40B4-BE49-F238E27FC236}">
                  <a16:creationId xmlns:a16="http://schemas.microsoft.com/office/drawing/2014/main" id="{32B3734D-026A-9460-9160-54E3C2D0A8BB}"/>
                </a:ext>
              </a:extLst>
            </p:cNvPr>
            <p:cNvGrpSpPr>
              <a:grpSpLocks/>
            </p:cNvGrpSpPr>
            <p:nvPr/>
          </p:nvGrpSpPr>
          <p:grpSpPr bwMode="auto">
            <a:xfrm>
              <a:off x="2119" y="2179"/>
              <a:ext cx="384" cy="384"/>
              <a:chOff x="2304" y="1008"/>
              <a:chExt cx="240" cy="240"/>
            </a:xfrm>
          </p:grpSpPr>
          <p:sp>
            <p:nvSpPr>
              <p:cNvPr id="229" name="Oval 67">
                <a:extLst>
                  <a:ext uri="{FF2B5EF4-FFF2-40B4-BE49-F238E27FC236}">
                    <a16:creationId xmlns:a16="http://schemas.microsoft.com/office/drawing/2014/main" id="{F28E9C19-ED4E-5D26-6743-04BBCF52869D}"/>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230" name="Group 68">
                <a:extLst>
                  <a:ext uri="{FF2B5EF4-FFF2-40B4-BE49-F238E27FC236}">
                    <a16:creationId xmlns:a16="http://schemas.microsoft.com/office/drawing/2014/main" id="{CD314E7A-622E-9A60-C4DA-FCD18CCC0D85}"/>
                  </a:ext>
                </a:extLst>
              </p:cNvPr>
              <p:cNvGrpSpPr>
                <a:grpSpLocks/>
              </p:cNvGrpSpPr>
              <p:nvPr/>
            </p:nvGrpSpPr>
            <p:grpSpPr bwMode="auto">
              <a:xfrm>
                <a:off x="2352" y="1056"/>
                <a:ext cx="144" cy="144"/>
                <a:chOff x="2352" y="480"/>
                <a:chExt cx="144" cy="144"/>
              </a:xfrm>
            </p:grpSpPr>
            <p:sp>
              <p:nvSpPr>
                <p:cNvPr id="231" name="Rectangle 69">
                  <a:extLst>
                    <a:ext uri="{FF2B5EF4-FFF2-40B4-BE49-F238E27FC236}">
                      <a16:creationId xmlns:a16="http://schemas.microsoft.com/office/drawing/2014/main" id="{F2ABDA84-ADB8-3528-6795-9FC74FBA1DD8}"/>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232" name="Rectangle 70">
                  <a:extLst>
                    <a:ext uri="{FF2B5EF4-FFF2-40B4-BE49-F238E27FC236}">
                      <a16:creationId xmlns:a16="http://schemas.microsoft.com/office/drawing/2014/main" id="{465E6741-001B-0A2E-3029-F72F426AEA6B}"/>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grpSp>
        <p:nvGrpSpPr>
          <p:cNvPr id="237" name="Group 71">
            <a:extLst>
              <a:ext uri="{FF2B5EF4-FFF2-40B4-BE49-F238E27FC236}">
                <a16:creationId xmlns:a16="http://schemas.microsoft.com/office/drawing/2014/main" id="{D43C35DC-9D98-B51A-7C3B-447B0D970FF3}"/>
              </a:ext>
            </a:extLst>
          </p:cNvPr>
          <p:cNvGrpSpPr>
            <a:grpSpLocks/>
          </p:cNvGrpSpPr>
          <p:nvPr/>
        </p:nvGrpSpPr>
        <p:grpSpPr bwMode="auto">
          <a:xfrm>
            <a:off x="3112294" y="4426744"/>
            <a:ext cx="457200" cy="457200"/>
            <a:chOff x="2304" y="1008"/>
            <a:chExt cx="240" cy="240"/>
          </a:xfrm>
        </p:grpSpPr>
        <p:sp>
          <p:nvSpPr>
            <p:cNvPr id="238" name="Oval 72">
              <a:extLst>
                <a:ext uri="{FF2B5EF4-FFF2-40B4-BE49-F238E27FC236}">
                  <a16:creationId xmlns:a16="http://schemas.microsoft.com/office/drawing/2014/main" id="{B7C9EA9C-DF6C-C9A7-2FD8-218B6477519E}"/>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239" name="Group 73">
              <a:extLst>
                <a:ext uri="{FF2B5EF4-FFF2-40B4-BE49-F238E27FC236}">
                  <a16:creationId xmlns:a16="http://schemas.microsoft.com/office/drawing/2014/main" id="{9C13D5E7-70FF-5722-7DAE-77EAC53CC6F9}"/>
                </a:ext>
              </a:extLst>
            </p:cNvPr>
            <p:cNvGrpSpPr>
              <a:grpSpLocks/>
            </p:cNvGrpSpPr>
            <p:nvPr/>
          </p:nvGrpSpPr>
          <p:grpSpPr bwMode="auto">
            <a:xfrm>
              <a:off x="2352" y="1056"/>
              <a:ext cx="144" cy="144"/>
              <a:chOff x="2352" y="480"/>
              <a:chExt cx="144" cy="144"/>
            </a:xfrm>
          </p:grpSpPr>
          <p:sp>
            <p:nvSpPr>
              <p:cNvPr id="240" name="Rectangle 74">
                <a:extLst>
                  <a:ext uri="{FF2B5EF4-FFF2-40B4-BE49-F238E27FC236}">
                    <a16:creationId xmlns:a16="http://schemas.microsoft.com/office/drawing/2014/main" id="{78EC533D-2B5E-4429-92D4-09A01212FEA5}"/>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241" name="Rectangle 75">
                <a:extLst>
                  <a:ext uri="{FF2B5EF4-FFF2-40B4-BE49-F238E27FC236}">
                    <a16:creationId xmlns:a16="http://schemas.microsoft.com/office/drawing/2014/main" id="{1BC800B7-28FE-3C1B-9606-E30A42247234}"/>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242" name="Group 76">
            <a:extLst>
              <a:ext uri="{FF2B5EF4-FFF2-40B4-BE49-F238E27FC236}">
                <a16:creationId xmlns:a16="http://schemas.microsoft.com/office/drawing/2014/main" id="{E2C1BCE7-E0A1-C04E-88BC-A5612866D7B9}"/>
              </a:ext>
            </a:extLst>
          </p:cNvPr>
          <p:cNvGrpSpPr>
            <a:grpSpLocks/>
          </p:cNvGrpSpPr>
          <p:nvPr/>
        </p:nvGrpSpPr>
        <p:grpSpPr bwMode="auto">
          <a:xfrm>
            <a:off x="3156347" y="4154091"/>
            <a:ext cx="457200" cy="457200"/>
            <a:chOff x="2304" y="1008"/>
            <a:chExt cx="240" cy="240"/>
          </a:xfrm>
        </p:grpSpPr>
        <p:sp>
          <p:nvSpPr>
            <p:cNvPr id="243" name="Oval 77">
              <a:extLst>
                <a:ext uri="{FF2B5EF4-FFF2-40B4-BE49-F238E27FC236}">
                  <a16:creationId xmlns:a16="http://schemas.microsoft.com/office/drawing/2014/main" id="{77655AE9-C121-633D-4BA6-F392471C7907}"/>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244" name="Group 78">
              <a:extLst>
                <a:ext uri="{FF2B5EF4-FFF2-40B4-BE49-F238E27FC236}">
                  <a16:creationId xmlns:a16="http://schemas.microsoft.com/office/drawing/2014/main" id="{A5E59C50-83BC-DC68-A6C7-9E52B9ED7E20}"/>
                </a:ext>
              </a:extLst>
            </p:cNvPr>
            <p:cNvGrpSpPr>
              <a:grpSpLocks/>
            </p:cNvGrpSpPr>
            <p:nvPr/>
          </p:nvGrpSpPr>
          <p:grpSpPr bwMode="auto">
            <a:xfrm>
              <a:off x="2352" y="1056"/>
              <a:ext cx="144" cy="144"/>
              <a:chOff x="2352" y="480"/>
              <a:chExt cx="144" cy="144"/>
            </a:xfrm>
          </p:grpSpPr>
          <p:sp>
            <p:nvSpPr>
              <p:cNvPr id="245" name="Rectangle 79">
                <a:extLst>
                  <a:ext uri="{FF2B5EF4-FFF2-40B4-BE49-F238E27FC236}">
                    <a16:creationId xmlns:a16="http://schemas.microsoft.com/office/drawing/2014/main" id="{FF848E71-E407-203D-CE05-696C07E98A9F}"/>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246" name="Rectangle 80">
                <a:extLst>
                  <a:ext uri="{FF2B5EF4-FFF2-40B4-BE49-F238E27FC236}">
                    <a16:creationId xmlns:a16="http://schemas.microsoft.com/office/drawing/2014/main" id="{CC83B018-1C04-8D45-0CCE-2B74976C36D3}"/>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247" name="Group 81">
            <a:extLst>
              <a:ext uri="{FF2B5EF4-FFF2-40B4-BE49-F238E27FC236}">
                <a16:creationId xmlns:a16="http://schemas.microsoft.com/office/drawing/2014/main" id="{F4FF54E4-A4DD-3431-B07E-5E77F1D12892}"/>
              </a:ext>
            </a:extLst>
          </p:cNvPr>
          <p:cNvGrpSpPr>
            <a:grpSpLocks/>
          </p:cNvGrpSpPr>
          <p:nvPr/>
        </p:nvGrpSpPr>
        <p:grpSpPr bwMode="auto">
          <a:xfrm>
            <a:off x="4276725" y="3695700"/>
            <a:ext cx="457200" cy="457200"/>
            <a:chOff x="2304" y="1008"/>
            <a:chExt cx="240" cy="240"/>
          </a:xfrm>
        </p:grpSpPr>
        <p:sp>
          <p:nvSpPr>
            <p:cNvPr id="248" name="Oval 82">
              <a:extLst>
                <a:ext uri="{FF2B5EF4-FFF2-40B4-BE49-F238E27FC236}">
                  <a16:creationId xmlns:a16="http://schemas.microsoft.com/office/drawing/2014/main" id="{A6F00DE1-642C-B094-E4BA-6F4555C035AE}"/>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249" name="Group 83">
              <a:extLst>
                <a:ext uri="{FF2B5EF4-FFF2-40B4-BE49-F238E27FC236}">
                  <a16:creationId xmlns:a16="http://schemas.microsoft.com/office/drawing/2014/main" id="{82DC06C0-3A82-187C-CEBD-0EFB5F0E62B4}"/>
                </a:ext>
              </a:extLst>
            </p:cNvPr>
            <p:cNvGrpSpPr>
              <a:grpSpLocks/>
            </p:cNvGrpSpPr>
            <p:nvPr/>
          </p:nvGrpSpPr>
          <p:grpSpPr bwMode="auto">
            <a:xfrm>
              <a:off x="2352" y="1056"/>
              <a:ext cx="144" cy="144"/>
              <a:chOff x="2352" y="480"/>
              <a:chExt cx="144" cy="144"/>
            </a:xfrm>
          </p:grpSpPr>
          <p:sp>
            <p:nvSpPr>
              <p:cNvPr id="250" name="Rectangle 84">
                <a:extLst>
                  <a:ext uri="{FF2B5EF4-FFF2-40B4-BE49-F238E27FC236}">
                    <a16:creationId xmlns:a16="http://schemas.microsoft.com/office/drawing/2014/main" id="{B94196F1-D1AB-273C-5532-FB451394B092}"/>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251" name="Rectangle 85">
                <a:extLst>
                  <a:ext uri="{FF2B5EF4-FFF2-40B4-BE49-F238E27FC236}">
                    <a16:creationId xmlns:a16="http://schemas.microsoft.com/office/drawing/2014/main" id="{131A2076-A3AA-22D3-5F9C-1795F5B39BA3}"/>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252" name="Group 86">
            <a:extLst>
              <a:ext uri="{FF2B5EF4-FFF2-40B4-BE49-F238E27FC236}">
                <a16:creationId xmlns:a16="http://schemas.microsoft.com/office/drawing/2014/main" id="{D7129096-20FB-AD16-A3B2-C90BD2B7E4FE}"/>
              </a:ext>
            </a:extLst>
          </p:cNvPr>
          <p:cNvGrpSpPr>
            <a:grpSpLocks/>
          </p:cNvGrpSpPr>
          <p:nvPr/>
        </p:nvGrpSpPr>
        <p:grpSpPr bwMode="auto">
          <a:xfrm>
            <a:off x="4275535" y="3604022"/>
            <a:ext cx="457200" cy="457200"/>
            <a:chOff x="2304" y="1008"/>
            <a:chExt cx="240" cy="240"/>
          </a:xfrm>
        </p:grpSpPr>
        <p:sp>
          <p:nvSpPr>
            <p:cNvPr id="253" name="Oval 87">
              <a:extLst>
                <a:ext uri="{FF2B5EF4-FFF2-40B4-BE49-F238E27FC236}">
                  <a16:creationId xmlns:a16="http://schemas.microsoft.com/office/drawing/2014/main" id="{5D53D111-123A-27D2-E990-898489B76971}"/>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254" name="Group 88">
              <a:extLst>
                <a:ext uri="{FF2B5EF4-FFF2-40B4-BE49-F238E27FC236}">
                  <a16:creationId xmlns:a16="http://schemas.microsoft.com/office/drawing/2014/main" id="{B639BC05-E6B1-916B-CF57-193685F3D7F4}"/>
                </a:ext>
              </a:extLst>
            </p:cNvPr>
            <p:cNvGrpSpPr>
              <a:grpSpLocks/>
            </p:cNvGrpSpPr>
            <p:nvPr/>
          </p:nvGrpSpPr>
          <p:grpSpPr bwMode="auto">
            <a:xfrm>
              <a:off x="2352" y="1056"/>
              <a:ext cx="144" cy="144"/>
              <a:chOff x="2352" y="480"/>
              <a:chExt cx="144" cy="144"/>
            </a:xfrm>
          </p:grpSpPr>
          <p:sp>
            <p:nvSpPr>
              <p:cNvPr id="255" name="Rectangle 89">
                <a:extLst>
                  <a:ext uri="{FF2B5EF4-FFF2-40B4-BE49-F238E27FC236}">
                    <a16:creationId xmlns:a16="http://schemas.microsoft.com/office/drawing/2014/main" id="{825C2CEA-16A4-B661-D06A-D189BDE08717}"/>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256" name="Rectangle 90">
                <a:extLst>
                  <a:ext uri="{FF2B5EF4-FFF2-40B4-BE49-F238E27FC236}">
                    <a16:creationId xmlns:a16="http://schemas.microsoft.com/office/drawing/2014/main" id="{38430E5A-DAFA-F8E6-8AC3-C845A8309D98}"/>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257" name="Group 91">
            <a:extLst>
              <a:ext uri="{FF2B5EF4-FFF2-40B4-BE49-F238E27FC236}">
                <a16:creationId xmlns:a16="http://schemas.microsoft.com/office/drawing/2014/main" id="{F21937CA-6E0C-A12A-E52B-39B136906A3A}"/>
              </a:ext>
            </a:extLst>
          </p:cNvPr>
          <p:cNvGrpSpPr>
            <a:grpSpLocks/>
          </p:cNvGrpSpPr>
          <p:nvPr/>
        </p:nvGrpSpPr>
        <p:grpSpPr bwMode="auto">
          <a:xfrm>
            <a:off x="3705225" y="4426744"/>
            <a:ext cx="457200" cy="457200"/>
            <a:chOff x="2304" y="1008"/>
            <a:chExt cx="240" cy="240"/>
          </a:xfrm>
        </p:grpSpPr>
        <p:sp>
          <p:nvSpPr>
            <p:cNvPr id="258" name="Oval 92">
              <a:extLst>
                <a:ext uri="{FF2B5EF4-FFF2-40B4-BE49-F238E27FC236}">
                  <a16:creationId xmlns:a16="http://schemas.microsoft.com/office/drawing/2014/main" id="{98422C79-F434-9185-F599-09A48C37FBEF}"/>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259" name="Group 93">
              <a:extLst>
                <a:ext uri="{FF2B5EF4-FFF2-40B4-BE49-F238E27FC236}">
                  <a16:creationId xmlns:a16="http://schemas.microsoft.com/office/drawing/2014/main" id="{37B24F82-706F-7221-B1B5-6E2D3124386C}"/>
                </a:ext>
              </a:extLst>
            </p:cNvPr>
            <p:cNvGrpSpPr>
              <a:grpSpLocks/>
            </p:cNvGrpSpPr>
            <p:nvPr/>
          </p:nvGrpSpPr>
          <p:grpSpPr bwMode="auto">
            <a:xfrm>
              <a:off x="2352" y="1056"/>
              <a:ext cx="144" cy="144"/>
              <a:chOff x="2352" y="480"/>
              <a:chExt cx="144" cy="144"/>
            </a:xfrm>
          </p:grpSpPr>
          <p:sp>
            <p:nvSpPr>
              <p:cNvPr id="260" name="Rectangle 94">
                <a:extLst>
                  <a:ext uri="{FF2B5EF4-FFF2-40B4-BE49-F238E27FC236}">
                    <a16:creationId xmlns:a16="http://schemas.microsoft.com/office/drawing/2014/main" id="{E71C6C1A-EE2A-41DF-CAC3-F7140ABF71F4}"/>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261" name="Rectangle 95">
                <a:extLst>
                  <a:ext uri="{FF2B5EF4-FFF2-40B4-BE49-F238E27FC236}">
                    <a16:creationId xmlns:a16="http://schemas.microsoft.com/office/drawing/2014/main" id="{07D904CF-2E27-C415-A562-F82004EA1AA7}"/>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262" name="Group 96">
            <a:extLst>
              <a:ext uri="{FF2B5EF4-FFF2-40B4-BE49-F238E27FC236}">
                <a16:creationId xmlns:a16="http://schemas.microsoft.com/office/drawing/2014/main" id="{CF66140B-17F9-1539-43C5-CCA1D9EBFC78}"/>
              </a:ext>
            </a:extLst>
          </p:cNvPr>
          <p:cNvGrpSpPr>
            <a:grpSpLocks/>
          </p:cNvGrpSpPr>
          <p:nvPr/>
        </p:nvGrpSpPr>
        <p:grpSpPr bwMode="auto">
          <a:xfrm>
            <a:off x="3705225" y="3880247"/>
            <a:ext cx="457200" cy="457200"/>
            <a:chOff x="2304" y="1008"/>
            <a:chExt cx="240" cy="240"/>
          </a:xfrm>
        </p:grpSpPr>
        <p:sp>
          <p:nvSpPr>
            <p:cNvPr id="263" name="Oval 97">
              <a:extLst>
                <a:ext uri="{FF2B5EF4-FFF2-40B4-BE49-F238E27FC236}">
                  <a16:creationId xmlns:a16="http://schemas.microsoft.com/office/drawing/2014/main" id="{B03ECDD1-D85D-E28C-D532-BE93F6089AF7}"/>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264" name="Group 98">
              <a:extLst>
                <a:ext uri="{FF2B5EF4-FFF2-40B4-BE49-F238E27FC236}">
                  <a16:creationId xmlns:a16="http://schemas.microsoft.com/office/drawing/2014/main" id="{FB1EA821-36F2-0BF4-0928-1BEDBF285594}"/>
                </a:ext>
              </a:extLst>
            </p:cNvPr>
            <p:cNvGrpSpPr>
              <a:grpSpLocks/>
            </p:cNvGrpSpPr>
            <p:nvPr/>
          </p:nvGrpSpPr>
          <p:grpSpPr bwMode="auto">
            <a:xfrm>
              <a:off x="2352" y="1056"/>
              <a:ext cx="144" cy="144"/>
              <a:chOff x="2352" y="480"/>
              <a:chExt cx="144" cy="144"/>
            </a:xfrm>
          </p:grpSpPr>
          <p:sp>
            <p:nvSpPr>
              <p:cNvPr id="265" name="Rectangle 99">
                <a:extLst>
                  <a:ext uri="{FF2B5EF4-FFF2-40B4-BE49-F238E27FC236}">
                    <a16:creationId xmlns:a16="http://schemas.microsoft.com/office/drawing/2014/main" id="{6E8FD13F-7004-2960-7FC0-F0E4C30813BE}"/>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266" name="Rectangle 100">
                <a:extLst>
                  <a:ext uri="{FF2B5EF4-FFF2-40B4-BE49-F238E27FC236}">
                    <a16:creationId xmlns:a16="http://schemas.microsoft.com/office/drawing/2014/main" id="{DA2A763A-4AC1-B710-C32F-DDD0B7E6187A}"/>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267" name="Group 101">
            <a:extLst>
              <a:ext uri="{FF2B5EF4-FFF2-40B4-BE49-F238E27FC236}">
                <a16:creationId xmlns:a16="http://schemas.microsoft.com/office/drawing/2014/main" id="{DD5E9EF5-930B-08E8-F00B-D73C3FB81928}"/>
              </a:ext>
            </a:extLst>
          </p:cNvPr>
          <p:cNvGrpSpPr>
            <a:grpSpLocks/>
          </p:cNvGrpSpPr>
          <p:nvPr/>
        </p:nvGrpSpPr>
        <p:grpSpPr bwMode="auto">
          <a:xfrm>
            <a:off x="3295650" y="3969544"/>
            <a:ext cx="457200" cy="457200"/>
            <a:chOff x="2304" y="1008"/>
            <a:chExt cx="240" cy="240"/>
          </a:xfrm>
        </p:grpSpPr>
        <p:sp>
          <p:nvSpPr>
            <p:cNvPr id="268" name="Oval 102">
              <a:extLst>
                <a:ext uri="{FF2B5EF4-FFF2-40B4-BE49-F238E27FC236}">
                  <a16:creationId xmlns:a16="http://schemas.microsoft.com/office/drawing/2014/main" id="{42BACA11-D418-E3B7-BA16-E63028CDA5E5}"/>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269" name="Group 103">
              <a:extLst>
                <a:ext uri="{FF2B5EF4-FFF2-40B4-BE49-F238E27FC236}">
                  <a16:creationId xmlns:a16="http://schemas.microsoft.com/office/drawing/2014/main" id="{AACF181C-BAEE-C376-06DE-91AF01B590BC}"/>
                </a:ext>
              </a:extLst>
            </p:cNvPr>
            <p:cNvGrpSpPr>
              <a:grpSpLocks/>
            </p:cNvGrpSpPr>
            <p:nvPr/>
          </p:nvGrpSpPr>
          <p:grpSpPr bwMode="auto">
            <a:xfrm>
              <a:off x="2352" y="1056"/>
              <a:ext cx="144" cy="144"/>
              <a:chOff x="2352" y="480"/>
              <a:chExt cx="144" cy="144"/>
            </a:xfrm>
          </p:grpSpPr>
          <p:sp>
            <p:nvSpPr>
              <p:cNvPr id="270" name="Rectangle 104">
                <a:extLst>
                  <a:ext uri="{FF2B5EF4-FFF2-40B4-BE49-F238E27FC236}">
                    <a16:creationId xmlns:a16="http://schemas.microsoft.com/office/drawing/2014/main" id="{AD45EEBD-E0F4-1543-419C-605B16C820DE}"/>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271" name="Rectangle 105">
                <a:extLst>
                  <a:ext uri="{FF2B5EF4-FFF2-40B4-BE49-F238E27FC236}">
                    <a16:creationId xmlns:a16="http://schemas.microsoft.com/office/drawing/2014/main" id="{002F585B-F538-9B2E-144E-F6C027525939}"/>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272" name="Group 106">
            <a:extLst>
              <a:ext uri="{FF2B5EF4-FFF2-40B4-BE49-F238E27FC236}">
                <a16:creationId xmlns:a16="http://schemas.microsoft.com/office/drawing/2014/main" id="{D3E86C76-6AFB-614F-512B-7CCE6ED7685C}"/>
              </a:ext>
            </a:extLst>
          </p:cNvPr>
          <p:cNvGrpSpPr>
            <a:grpSpLocks/>
          </p:cNvGrpSpPr>
          <p:nvPr/>
        </p:nvGrpSpPr>
        <p:grpSpPr bwMode="auto">
          <a:xfrm>
            <a:off x="3521869" y="4427935"/>
            <a:ext cx="457200" cy="457200"/>
            <a:chOff x="2304" y="1008"/>
            <a:chExt cx="240" cy="240"/>
          </a:xfrm>
        </p:grpSpPr>
        <p:sp>
          <p:nvSpPr>
            <p:cNvPr id="273" name="Oval 107">
              <a:extLst>
                <a:ext uri="{FF2B5EF4-FFF2-40B4-BE49-F238E27FC236}">
                  <a16:creationId xmlns:a16="http://schemas.microsoft.com/office/drawing/2014/main" id="{EDCD517D-2A58-D81C-DEE6-313441CECA4A}"/>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274" name="Group 108">
              <a:extLst>
                <a:ext uri="{FF2B5EF4-FFF2-40B4-BE49-F238E27FC236}">
                  <a16:creationId xmlns:a16="http://schemas.microsoft.com/office/drawing/2014/main" id="{3F8198E0-5035-BB57-BF4F-6698FA6E93F6}"/>
                </a:ext>
              </a:extLst>
            </p:cNvPr>
            <p:cNvGrpSpPr>
              <a:grpSpLocks/>
            </p:cNvGrpSpPr>
            <p:nvPr/>
          </p:nvGrpSpPr>
          <p:grpSpPr bwMode="auto">
            <a:xfrm>
              <a:off x="2352" y="1056"/>
              <a:ext cx="144" cy="144"/>
              <a:chOff x="2352" y="480"/>
              <a:chExt cx="144" cy="144"/>
            </a:xfrm>
          </p:grpSpPr>
          <p:sp>
            <p:nvSpPr>
              <p:cNvPr id="275" name="Rectangle 109">
                <a:extLst>
                  <a:ext uri="{FF2B5EF4-FFF2-40B4-BE49-F238E27FC236}">
                    <a16:creationId xmlns:a16="http://schemas.microsoft.com/office/drawing/2014/main" id="{F48D1A35-87C7-FCED-FC1D-EDCEFC5C274D}"/>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276" name="Rectangle 110">
                <a:extLst>
                  <a:ext uri="{FF2B5EF4-FFF2-40B4-BE49-F238E27FC236}">
                    <a16:creationId xmlns:a16="http://schemas.microsoft.com/office/drawing/2014/main" id="{837D29B3-190C-4902-E797-50A66B54CE82}"/>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277" name="Group 111">
            <a:extLst>
              <a:ext uri="{FF2B5EF4-FFF2-40B4-BE49-F238E27FC236}">
                <a16:creationId xmlns:a16="http://schemas.microsoft.com/office/drawing/2014/main" id="{61EAACDB-B334-1B3F-213C-E89D31521BC8}"/>
              </a:ext>
            </a:extLst>
          </p:cNvPr>
          <p:cNvGrpSpPr>
            <a:grpSpLocks/>
          </p:cNvGrpSpPr>
          <p:nvPr/>
        </p:nvGrpSpPr>
        <p:grpSpPr bwMode="auto">
          <a:xfrm>
            <a:off x="3812381" y="4152900"/>
            <a:ext cx="457200" cy="457200"/>
            <a:chOff x="2304" y="1008"/>
            <a:chExt cx="240" cy="240"/>
          </a:xfrm>
        </p:grpSpPr>
        <p:sp>
          <p:nvSpPr>
            <p:cNvPr id="278" name="Oval 112">
              <a:extLst>
                <a:ext uri="{FF2B5EF4-FFF2-40B4-BE49-F238E27FC236}">
                  <a16:creationId xmlns:a16="http://schemas.microsoft.com/office/drawing/2014/main" id="{73CB2A19-270A-FFE1-04F9-92A78E9C6A64}"/>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279" name="Group 113">
              <a:extLst>
                <a:ext uri="{FF2B5EF4-FFF2-40B4-BE49-F238E27FC236}">
                  <a16:creationId xmlns:a16="http://schemas.microsoft.com/office/drawing/2014/main" id="{C85678A6-DA9F-B6ED-57B0-AFD70A4BFB7E}"/>
                </a:ext>
              </a:extLst>
            </p:cNvPr>
            <p:cNvGrpSpPr>
              <a:grpSpLocks/>
            </p:cNvGrpSpPr>
            <p:nvPr/>
          </p:nvGrpSpPr>
          <p:grpSpPr bwMode="auto">
            <a:xfrm>
              <a:off x="2352" y="1056"/>
              <a:ext cx="144" cy="144"/>
              <a:chOff x="2352" y="480"/>
              <a:chExt cx="144" cy="144"/>
            </a:xfrm>
          </p:grpSpPr>
          <p:sp>
            <p:nvSpPr>
              <p:cNvPr id="280" name="Rectangle 114">
                <a:extLst>
                  <a:ext uri="{FF2B5EF4-FFF2-40B4-BE49-F238E27FC236}">
                    <a16:creationId xmlns:a16="http://schemas.microsoft.com/office/drawing/2014/main" id="{83DF0B8E-1B21-E11E-E3C2-D55ADD3CE5F6}"/>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281" name="Rectangle 115">
                <a:extLst>
                  <a:ext uri="{FF2B5EF4-FFF2-40B4-BE49-F238E27FC236}">
                    <a16:creationId xmlns:a16="http://schemas.microsoft.com/office/drawing/2014/main" id="{58FCCC09-AE6B-D248-E9A3-732760C460B3}"/>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282" name="Group 116">
            <a:extLst>
              <a:ext uri="{FF2B5EF4-FFF2-40B4-BE49-F238E27FC236}">
                <a16:creationId xmlns:a16="http://schemas.microsoft.com/office/drawing/2014/main" id="{0C855664-82A6-A722-768F-2CE93B978706}"/>
              </a:ext>
            </a:extLst>
          </p:cNvPr>
          <p:cNvGrpSpPr>
            <a:grpSpLocks/>
          </p:cNvGrpSpPr>
          <p:nvPr/>
        </p:nvGrpSpPr>
        <p:grpSpPr bwMode="auto">
          <a:xfrm>
            <a:off x="4275535" y="4427935"/>
            <a:ext cx="457200" cy="457200"/>
            <a:chOff x="2304" y="1008"/>
            <a:chExt cx="240" cy="240"/>
          </a:xfrm>
        </p:grpSpPr>
        <p:sp>
          <p:nvSpPr>
            <p:cNvPr id="283" name="Oval 117">
              <a:extLst>
                <a:ext uri="{FF2B5EF4-FFF2-40B4-BE49-F238E27FC236}">
                  <a16:creationId xmlns:a16="http://schemas.microsoft.com/office/drawing/2014/main" id="{DE128550-D43F-F35D-496C-F49E6A6B6819}"/>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284" name="Group 118">
              <a:extLst>
                <a:ext uri="{FF2B5EF4-FFF2-40B4-BE49-F238E27FC236}">
                  <a16:creationId xmlns:a16="http://schemas.microsoft.com/office/drawing/2014/main" id="{966302BD-FC31-14DB-C15A-37CFE4784637}"/>
                </a:ext>
              </a:extLst>
            </p:cNvPr>
            <p:cNvGrpSpPr>
              <a:grpSpLocks/>
            </p:cNvGrpSpPr>
            <p:nvPr/>
          </p:nvGrpSpPr>
          <p:grpSpPr bwMode="auto">
            <a:xfrm>
              <a:off x="2352" y="1056"/>
              <a:ext cx="144" cy="144"/>
              <a:chOff x="2352" y="480"/>
              <a:chExt cx="144" cy="144"/>
            </a:xfrm>
          </p:grpSpPr>
          <p:sp>
            <p:nvSpPr>
              <p:cNvPr id="285" name="Rectangle 119">
                <a:extLst>
                  <a:ext uri="{FF2B5EF4-FFF2-40B4-BE49-F238E27FC236}">
                    <a16:creationId xmlns:a16="http://schemas.microsoft.com/office/drawing/2014/main" id="{DA9E7505-3373-1A59-CF91-7AACDEB21866}"/>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286" name="Rectangle 120">
                <a:extLst>
                  <a:ext uri="{FF2B5EF4-FFF2-40B4-BE49-F238E27FC236}">
                    <a16:creationId xmlns:a16="http://schemas.microsoft.com/office/drawing/2014/main" id="{14BCBCDC-B400-8C21-A6A6-AE0CDA640055}"/>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287" name="Group 121">
            <a:extLst>
              <a:ext uri="{FF2B5EF4-FFF2-40B4-BE49-F238E27FC236}">
                <a16:creationId xmlns:a16="http://schemas.microsoft.com/office/drawing/2014/main" id="{89F0BB14-576C-60F8-36DE-CAD88820BA1E}"/>
              </a:ext>
            </a:extLst>
          </p:cNvPr>
          <p:cNvGrpSpPr>
            <a:grpSpLocks/>
          </p:cNvGrpSpPr>
          <p:nvPr/>
        </p:nvGrpSpPr>
        <p:grpSpPr bwMode="auto">
          <a:xfrm>
            <a:off x="4276725" y="3969544"/>
            <a:ext cx="457200" cy="457200"/>
            <a:chOff x="2304" y="1008"/>
            <a:chExt cx="240" cy="240"/>
          </a:xfrm>
        </p:grpSpPr>
        <p:sp>
          <p:nvSpPr>
            <p:cNvPr id="288" name="Oval 122">
              <a:extLst>
                <a:ext uri="{FF2B5EF4-FFF2-40B4-BE49-F238E27FC236}">
                  <a16:creationId xmlns:a16="http://schemas.microsoft.com/office/drawing/2014/main" id="{9500DA0A-C2A9-0493-BCDC-D859500B9321}"/>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289" name="Group 123">
              <a:extLst>
                <a:ext uri="{FF2B5EF4-FFF2-40B4-BE49-F238E27FC236}">
                  <a16:creationId xmlns:a16="http://schemas.microsoft.com/office/drawing/2014/main" id="{739550ED-55AC-D695-A65E-F4A4F6D088FF}"/>
                </a:ext>
              </a:extLst>
            </p:cNvPr>
            <p:cNvGrpSpPr>
              <a:grpSpLocks/>
            </p:cNvGrpSpPr>
            <p:nvPr/>
          </p:nvGrpSpPr>
          <p:grpSpPr bwMode="auto">
            <a:xfrm>
              <a:off x="2352" y="1056"/>
              <a:ext cx="144" cy="144"/>
              <a:chOff x="2352" y="480"/>
              <a:chExt cx="144" cy="144"/>
            </a:xfrm>
          </p:grpSpPr>
          <p:sp>
            <p:nvSpPr>
              <p:cNvPr id="290" name="Rectangle 124">
                <a:extLst>
                  <a:ext uri="{FF2B5EF4-FFF2-40B4-BE49-F238E27FC236}">
                    <a16:creationId xmlns:a16="http://schemas.microsoft.com/office/drawing/2014/main" id="{FB001C05-D344-9B3B-DDDD-7D08F5C93CBC}"/>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291" name="Rectangle 125">
                <a:extLst>
                  <a:ext uri="{FF2B5EF4-FFF2-40B4-BE49-F238E27FC236}">
                    <a16:creationId xmlns:a16="http://schemas.microsoft.com/office/drawing/2014/main" id="{228C2A77-E2FB-3D58-E709-A28B6717748E}"/>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grpSp>
        <p:nvGrpSpPr>
          <p:cNvPr id="292" name="Group 126">
            <a:extLst>
              <a:ext uri="{FF2B5EF4-FFF2-40B4-BE49-F238E27FC236}">
                <a16:creationId xmlns:a16="http://schemas.microsoft.com/office/drawing/2014/main" id="{341C7D9E-6766-1299-777B-98DDA564324F}"/>
              </a:ext>
            </a:extLst>
          </p:cNvPr>
          <p:cNvGrpSpPr>
            <a:grpSpLocks/>
          </p:cNvGrpSpPr>
          <p:nvPr/>
        </p:nvGrpSpPr>
        <p:grpSpPr bwMode="auto">
          <a:xfrm>
            <a:off x="3729038" y="4062413"/>
            <a:ext cx="457200" cy="457200"/>
            <a:chOff x="2304" y="1008"/>
            <a:chExt cx="240" cy="240"/>
          </a:xfrm>
        </p:grpSpPr>
        <p:sp>
          <p:nvSpPr>
            <p:cNvPr id="293" name="Oval 127">
              <a:extLst>
                <a:ext uri="{FF2B5EF4-FFF2-40B4-BE49-F238E27FC236}">
                  <a16:creationId xmlns:a16="http://schemas.microsoft.com/office/drawing/2014/main" id="{C1B7164A-BCA0-5B52-53BD-AC5ECFEF0CC4}"/>
                </a:ext>
              </a:extLst>
            </p:cNvPr>
            <p:cNvSpPr>
              <a:spLocks noChangeArrowheads="1"/>
            </p:cNvSpPr>
            <p:nvPr/>
          </p:nvSpPr>
          <p:spPr bwMode="auto">
            <a:xfrm>
              <a:off x="2304" y="1008"/>
              <a:ext cx="240" cy="240"/>
            </a:xfrm>
            <a:prstGeom prst="ellipse">
              <a:avLst/>
            </a:prstGeom>
            <a:solidFill>
              <a:srgbClr val="CC0000"/>
            </a:solidFill>
            <a:ln w="9525">
              <a:solidFill>
                <a:schemeClr val="tx1"/>
              </a:solidFill>
              <a:round/>
              <a:headEnd/>
              <a:tailEnd/>
            </a:ln>
            <a:effectLst/>
          </p:spPr>
          <p:txBody>
            <a:bodyPr wrap="none" anchor="ctr"/>
            <a:lstStyle/>
            <a:p>
              <a:endParaRPr lang="en-US" sz="1350"/>
            </a:p>
          </p:txBody>
        </p:sp>
        <p:grpSp>
          <p:nvGrpSpPr>
            <p:cNvPr id="294" name="Group 128">
              <a:extLst>
                <a:ext uri="{FF2B5EF4-FFF2-40B4-BE49-F238E27FC236}">
                  <a16:creationId xmlns:a16="http://schemas.microsoft.com/office/drawing/2014/main" id="{BF61A2F6-9613-096A-E408-FB514B968EC0}"/>
                </a:ext>
              </a:extLst>
            </p:cNvPr>
            <p:cNvGrpSpPr>
              <a:grpSpLocks/>
            </p:cNvGrpSpPr>
            <p:nvPr/>
          </p:nvGrpSpPr>
          <p:grpSpPr bwMode="auto">
            <a:xfrm>
              <a:off x="2352" y="1056"/>
              <a:ext cx="144" cy="144"/>
              <a:chOff x="2352" y="480"/>
              <a:chExt cx="144" cy="144"/>
            </a:xfrm>
          </p:grpSpPr>
          <p:sp>
            <p:nvSpPr>
              <p:cNvPr id="295" name="Rectangle 129">
                <a:extLst>
                  <a:ext uri="{FF2B5EF4-FFF2-40B4-BE49-F238E27FC236}">
                    <a16:creationId xmlns:a16="http://schemas.microsoft.com/office/drawing/2014/main" id="{6DAC3DFB-D9A3-3E10-C199-43039C884BAF}"/>
                  </a:ext>
                </a:extLst>
              </p:cNvPr>
              <p:cNvSpPr>
                <a:spLocks noChangeArrowheads="1"/>
              </p:cNvSpPr>
              <p:nvPr/>
            </p:nvSpPr>
            <p:spPr bwMode="auto">
              <a:xfrm>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sp>
            <p:nvSpPr>
              <p:cNvPr id="296" name="Rectangle 130">
                <a:extLst>
                  <a:ext uri="{FF2B5EF4-FFF2-40B4-BE49-F238E27FC236}">
                    <a16:creationId xmlns:a16="http://schemas.microsoft.com/office/drawing/2014/main" id="{A0ED8192-4F45-102A-3139-7560C16108A1}"/>
                  </a:ext>
                </a:extLst>
              </p:cNvPr>
              <p:cNvSpPr>
                <a:spLocks noChangeArrowheads="1"/>
              </p:cNvSpPr>
              <p:nvPr/>
            </p:nvSpPr>
            <p:spPr bwMode="auto">
              <a:xfrm rot="5400000">
                <a:off x="2352" y="528"/>
                <a:ext cx="144" cy="48"/>
              </a:xfrm>
              <a:prstGeom prst="rect">
                <a:avLst/>
              </a:prstGeom>
              <a:solidFill>
                <a:schemeClr val="bg1"/>
              </a:solidFill>
              <a:ln w="9525">
                <a:noFill/>
                <a:miter lim="800000"/>
                <a:headEnd/>
                <a:tailEnd/>
              </a:ln>
              <a:effectLst/>
            </p:spPr>
            <p:txBody>
              <a:bodyPr wrap="none" anchor="ctr"/>
              <a:lstStyle/>
              <a:p>
                <a:endParaRPr lang="en-US" sz="1350"/>
              </a:p>
            </p:txBody>
          </p:sp>
        </p:grpSp>
      </p:grpSp>
      <p:sp>
        <p:nvSpPr>
          <p:cNvPr id="297" name="Rectangle 131">
            <a:extLst>
              <a:ext uri="{FF2B5EF4-FFF2-40B4-BE49-F238E27FC236}">
                <a16:creationId xmlns:a16="http://schemas.microsoft.com/office/drawing/2014/main" id="{6A969106-526B-A02A-2149-F8C6512ED12F}"/>
              </a:ext>
            </a:extLst>
          </p:cNvPr>
          <p:cNvSpPr>
            <a:spLocks noChangeArrowheads="1"/>
          </p:cNvSpPr>
          <p:nvPr/>
        </p:nvSpPr>
        <p:spPr bwMode="auto">
          <a:xfrm>
            <a:off x="3112295" y="3524250"/>
            <a:ext cx="1669256" cy="1428750"/>
          </a:xfrm>
          <a:prstGeom prst="rect">
            <a:avLst/>
          </a:prstGeom>
          <a:noFill/>
          <a:ln w="38100">
            <a:solidFill>
              <a:schemeClr val="tx1"/>
            </a:solidFill>
            <a:miter lim="800000"/>
            <a:headEnd/>
            <a:tailEnd/>
          </a:ln>
          <a:effectLst/>
        </p:spPr>
        <p:txBody>
          <a:bodyPr wrap="none" anchor="ctr"/>
          <a:lstStyle/>
          <a:p>
            <a:endParaRPr lang="en-US" sz="1350"/>
          </a:p>
        </p:txBody>
      </p:sp>
      <p:sp>
        <p:nvSpPr>
          <p:cNvPr id="298" name="Rectangle 132">
            <a:extLst>
              <a:ext uri="{FF2B5EF4-FFF2-40B4-BE49-F238E27FC236}">
                <a16:creationId xmlns:a16="http://schemas.microsoft.com/office/drawing/2014/main" id="{1EF70D63-0213-8486-D7C5-CA1B9B120EA7}"/>
              </a:ext>
            </a:extLst>
          </p:cNvPr>
          <p:cNvSpPr>
            <a:spLocks noChangeArrowheads="1"/>
          </p:cNvSpPr>
          <p:nvPr/>
        </p:nvSpPr>
        <p:spPr bwMode="auto">
          <a:xfrm>
            <a:off x="4769645" y="3524250"/>
            <a:ext cx="1669256" cy="1428750"/>
          </a:xfrm>
          <a:prstGeom prst="rect">
            <a:avLst/>
          </a:prstGeom>
          <a:noFill/>
          <a:ln w="38100">
            <a:solidFill>
              <a:schemeClr val="tx1"/>
            </a:solidFill>
            <a:miter lim="800000"/>
            <a:headEnd/>
            <a:tailEnd/>
          </a:ln>
          <a:effectLst/>
        </p:spPr>
        <p:txBody>
          <a:bodyPr wrap="none" anchor="ctr"/>
          <a:lstStyle/>
          <a:p>
            <a:endParaRPr lang="en-US" sz="1350"/>
          </a:p>
        </p:txBody>
      </p:sp>
      <p:sp>
        <p:nvSpPr>
          <p:cNvPr id="299" name="Rectangle 133">
            <a:extLst>
              <a:ext uri="{FF2B5EF4-FFF2-40B4-BE49-F238E27FC236}">
                <a16:creationId xmlns:a16="http://schemas.microsoft.com/office/drawing/2014/main" id="{5F54CF45-8643-2F23-8594-23D59A8FC54A}"/>
              </a:ext>
            </a:extLst>
          </p:cNvPr>
          <p:cNvSpPr>
            <a:spLocks noChangeArrowheads="1"/>
          </p:cNvSpPr>
          <p:nvPr/>
        </p:nvSpPr>
        <p:spPr bwMode="auto">
          <a:xfrm>
            <a:off x="1295401" y="3409950"/>
            <a:ext cx="1816894" cy="1657350"/>
          </a:xfrm>
          <a:prstGeom prst="rect">
            <a:avLst/>
          </a:prstGeom>
          <a:solidFill>
            <a:schemeClr val="bg1"/>
          </a:solidFill>
          <a:ln w="9525">
            <a:noFill/>
            <a:miter lim="800000"/>
            <a:headEnd/>
            <a:tailEnd/>
          </a:ln>
          <a:effectLst/>
        </p:spPr>
        <p:txBody>
          <a:bodyPr wrap="none" anchor="ctr"/>
          <a:lstStyle/>
          <a:p>
            <a:endParaRPr lang="en-US" sz="1350"/>
          </a:p>
        </p:txBody>
      </p:sp>
      <p:sp>
        <p:nvSpPr>
          <p:cNvPr id="300" name="Rectangle 134">
            <a:extLst>
              <a:ext uri="{FF2B5EF4-FFF2-40B4-BE49-F238E27FC236}">
                <a16:creationId xmlns:a16="http://schemas.microsoft.com/office/drawing/2014/main" id="{D87506D5-01A3-A12B-AB48-6F805E62725A}"/>
              </a:ext>
            </a:extLst>
          </p:cNvPr>
          <p:cNvSpPr>
            <a:spLocks noChangeArrowheads="1"/>
          </p:cNvSpPr>
          <p:nvPr/>
        </p:nvSpPr>
        <p:spPr bwMode="auto">
          <a:xfrm>
            <a:off x="6438900" y="3238500"/>
            <a:ext cx="1714500" cy="2114550"/>
          </a:xfrm>
          <a:prstGeom prst="rect">
            <a:avLst/>
          </a:prstGeom>
          <a:solidFill>
            <a:schemeClr val="bg1"/>
          </a:solidFill>
          <a:ln w="9525">
            <a:noFill/>
            <a:miter lim="800000"/>
            <a:headEnd/>
            <a:tailEnd/>
          </a:ln>
          <a:effectLst/>
        </p:spPr>
        <p:txBody>
          <a:bodyPr wrap="none" anchor="ctr"/>
          <a:lstStyle/>
          <a:p>
            <a:endParaRPr lang="en-US" sz="1350"/>
          </a:p>
        </p:txBody>
      </p:sp>
      <p:grpSp>
        <p:nvGrpSpPr>
          <p:cNvPr id="301" name="Group 135">
            <a:extLst>
              <a:ext uri="{FF2B5EF4-FFF2-40B4-BE49-F238E27FC236}">
                <a16:creationId xmlns:a16="http://schemas.microsoft.com/office/drawing/2014/main" id="{658A4168-1797-BC07-B2DC-1D81CA36CC2A}"/>
              </a:ext>
            </a:extLst>
          </p:cNvPr>
          <p:cNvGrpSpPr>
            <a:grpSpLocks/>
          </p:cNvGrpSpPr>
          <p:nvPr/>
        </p:nvGrpSpPr>
        <p:grpSpPr bwMode="auto">
          <a:xfrm flipH="1">
            <a:off x="4632724" y="1995488"/>
            <a:ext cx="496490" cy="571500"/>
            <a:chOff x="864" y="1152"/>
            <a:chExt cx="417" cy="480"/>
          </a:xfrm>
        </p:grpSpPr>
        <p:sp>
          <p:nvSpPr>
            <p:cNvPr id="302" name="Line 136">
              <a:extLst>
                <a:ext uri="{FF2B5EF4-FFF2-40B4-BE49-F238E27FC236}">
                  <a16:creationId xmlns:a16="http://schemas.microsoft.com/office/drawing/2014/main" id="{DF9132EF-3D5D-6449-AC13-21044F32346B}"/>
                </a:ext>
              </a:extLst>
            </p:cNvPr>
            <p:cNvSpPr>
              <a:spLocks noChangeShapeType="1"/>
            </p:cNvSpPr>
            <p:nvPr/>
          </p:nvSpPr>
          <p:spPr bwMode="auto">
            <a:xfrm>
              <a:off x="864" y="1152"/>
              <a:ext cx="0" cy="480"/>
            </a:xfrm>
            <a:prstGeom prst="line">
              <a:avLst/>
            </a:prstGeom>
            <a:noFill/>
            <a:ln w="57150">
              <a:solidFill>
                <a:schemeClr val="tx1"/>
              </a:solidFill>
              <a:round/>
              <a:headEnd/>
              <a:tailEnd/>
            </a:ln>
            <a:effectLst/>
          </p:spPr>
          <p:txBody>
            <a:bodyPr wrap="none" anchor="ctr"/>
            <a:lstStyle/>
            <a:p>
              <a:endParaRPr lang="en-US" sz="1350"/>
            </a:p>
          </p:txBody>
        </p:sp>
        <p:sp>
          <p:nvSpPr>
            <p:cNvPr id="303" name="Line 137">
              <a:extLst>
                <a:ext uri="{FF2B5EF4-FFF2-40B4-BE49-F238E27FC236}">
                  <a16:creationId xmlns:a16="http://schemas.microsoft.com/office/drawing/2014/main" id="{A27A9376-D302-E1B8-088D-7D5C6C6E23EC}"/>
                </a:ext>
              </a:extLst>
            </p:cNvPr>
            <p:cNvSpPr>
              <a:spLocks noChangeShapeType="1"/>
            </p:cNvSpPr>
            <p:nvPr/>
          </p:nvSpPr>
          <p:spPr bwMode="auto">
            <a:xfrm>
              <a:off x="1152" y="1152"/>
              <a:ext cx="0" cy="480"/>
            </a:xfrm>
            <a:prstGeom prst="line">
              <a:avLst/>
            </a:prstGeom>
            <a:noFill/>
            <a:ln w="57150">
              <a:solidFill>
                <a:schemeClr val="tx1"/>
              </a:solidFill>
              <a:round/>
              <a:headEnd/>
              <a:tailEnd/>
            </a:ln>
            <a:effectLst/>
          </p:spPr>
          <p:txBody>
            <a:bodyPr wrap="none" anchor="ctr"/>
            <a:lstStyle/>
            <a:p>
              <a:endParaRPr lang="en-US" sz="1350"/>
            </a:p>
          </p:txBody>
        </p:sp>
        <p:sp>
          <p:nvSpPr>
            <p:cNvPr id="304" name="Line 138">
              <a:extLst>
                <a:ext uri="{FF2B5EF4-FFF2-40B4-BE49-F238E27FC236}">
                  <a16:creationId xmlns:a16="http://schemas.microsoft.com/office/drawing/2014/main" id="{1BF395F0-9963-ED9A-92C1-4935919FD034}"/>
                </a:ext>
              </a:extLst>
            </p:cNvPr>
            <p:cNvSpPr>
              <a:spLocks noChangeShapeType="1"/>
            </p:cNvSpPr>
            <p:nvPr/>
          </p:nvSpPr>
          <p:spPr bwMode="auto">
            <a:xfrm>
              <a:off x="1281" y="1248"/>
              <a:ext cx="0" cy="306"/>
            </a:xfrm>
            <a:prstGeom prst="line">
              <a:avLst/>
            </a:prstGeom>
            <a:noFill/>
            <a:ln w="57150">
              <a:solidFill>
                <a:schemeClr val="tx1"/>
              </a:solidFill>
              <a:round/>
              <a:headEnd/>
              <a:tailEnd/>
            </a:ln>
            <a:effectLst/>
          </p:spPr>
          <p:txBody>
            <a:bodyPr wrap="none" anchor="ctr"/>
            <a:lstStyle/>
            <a:p>
              <a:endParaRPr lang="en-US" sz="1350"/>
            </a:p>
          </p:txBody>
        </p:sp>
        <p:sp>
          <p:nvSpPr>
            <p:cNvPr id="305" name="Line 139">
              <a:extLst>
                <a:ext uri="{FF2B5EF4-FFF2-40B4-BE49-F238E27FC236}">
                  <a16:creationId xmlns:a16="http://schemas.microsoft.com/office/drawing/2014/main" id="{EFCDA876-6072-7E5D-FC6B-7A75391A5E03}"/>
                </a:ext>
              </a:extLst>
            </p:cNvPr>
            <p:cNvSpPr>
              <a:spLocks noChangeShapeType="1"/>
            </p:cNvSpPr>
            <p:nvPr/>
          </p:nvSpPr>
          <p:spPr bwMode="auto">
            <a:xfrm>
              <a:off x="1008" y="1248"/>
              <a:ext cx="0" cy="306"/>
            </a:xfrm>
            <a:prstGeom prst="line">
              <a:avLst/>
            </a:prstGeom>
            <a:noFill/>
            <a:ln w="57150">
              <a:solidFill>
                <a:schemeClr val="tx1"/>
              </a:solidFill>
              <a:round/>
              <a:headEnd/>
              <a:tailEnd/>
            </a:ln>
            <a:effectLst/>
          </p:spPr>
          <p:txBody>
            <a:bodyPr wrap="none" anchor="ctr"/>
            <a:lstStyle/>
            <a:p>
              <a:endParaRPr lang="en-US" sz="1350"/>
            </a:p>
          </p:txBody>
        </p:sp>
      </p:grpSp>
      <p:grpSp>
        <p:nvGrpSpPr>
          <p:cNvPr id="306" name="Group 140">
            <a:extLst>
              <a:ext uri="{FF2B5EF4-FFF2-40B4-BE49-F238E27FC236}">
                <a16:creationId xmlns:a16="http://schemas.microsoft.com/office/drawing/2014/main" id="{C097FBCA-ED61-809E-2819-F9A55FDBF931}"/>
              </a:ext>
            </a:extLst>
          </p:cNvPr>
          <p:cNvGrpSpPr>
            <a:grpSpLocks/>
          </p:cNvGrpSpPr>
          <p:nvPr/>
        </p:nvGrpSpPr>
        <p:grpSpPr bwMode="auto">
          <a:xfrm rot="5400000">
            <a:off x="3738564" y="1877616"/>
            <a:ext cx="277415" cy="772716"/>
            <a:chOff x="709" y="1285"/>
            <a:chExt cx="233" cy="649"/>
          </a:xfrm>
        </p:grpSpPr>
        <p:sp>
          <p:nvSpPr>
            <p:cNvPr id="307" name="Line 141">
              <a:extLst>
                <a:ext uri="{FF2B5EF4-FFF2-40B4-BE49-F238E27FC236}">
                  <a16:creationId xmlns:a16="http://schemas.microsoft.com/office/drawing/2014/main" id="{A007FEF4-2CF1-F4E0-3D3D-F4568564B74A}"/>
                </a:ext>
              </a:extLst>
            </p:cNvPr>
            <p:cNvSpPr>
              <a:spLocks noChangeShapeType="1"/>
            </p:cNvSpPr>
            <p:nvPr/>
          </p:nvSpPr>
          <p:spPr bwMode="auto">
            <a:xfrm flipV="1">
              <a:off x="724" y="1448"/>
              <a:ext cx="207" cy="103"/>
            </a:xfrm>
            <a:prstGeom prst="line">
              <a:avLst/>
            </a:prstGeom>
            <a:noFill/>
            <a:ln w="57150">
              <a:solidFill>
                <a:schemeClr val="tx1"/>
              </a:solidFill>
              <a:round/>
              <a:headEnd/>
              <a:tailEnd/>
            </a:ln>
            <a:effectLst/>
          </p:spPr>
          <p:txBody>
            <a:bodyPr wrap="none" anchor="ctr"/>
            <a:lstStyle/>
            <a:p>
              <a:endParaRPr lang="en-US" sz="1350"/>
            </a:p>
          </p:txBody>
        </p:sp>
        <p:sp>
          <p:nvSpPr>
            <p:cNvPr id="308" name="Line 142">
              <a:extLst>
                <a:ext uri="{FF2B5EF4-FFF2-40B4-BE49-F238E27FC236}">
                  <a16:creationId xmlns:a16="http://schemas.microsoft.com/office/drawing/2014/main" id="{E98ED866-E587-BFEE-13F7-1F66A0D944E4}"/>
                </a:ext>
              </a:extLst>
            </p:cNvPr>
            <p:cNvSpPr>
              <a:spLocks noChangeShapeType="1"/>
            </p:cNvSpPr>
            <p:nvPr/>
          </p:nvSpPr>
          <p:spPr bwMode="auto">
            <a:xfrm flipV="1">
              <a:off x="709" y="1654"/>
              <a:ext cx="207" cy="103"/>
            </a:xfrm>
            <a:prstGeom prst="line">
              <a:avLst/>
            </a:prstGeom>
            <a:noFill/>
            <a:ln w="57150">
              <a:solidFill>
                <a:schemeClr val="tx1"/>
              </a:solidFill>
              <a:round/>
              <a:headEnd/>
              <a:tailEnd/>
            </a:ln>
            <a:effectLst/>
          </p:spPr>
          <p:txBody>
            <a:bodyPr wrap="none" anchor="ctr"/>
            <a:lstStyle/>
            <a:p>
              <a:endParaRPr lang="en-US" sz="1350"/>
            </a:p>
          </p:txBody>
        </p:sp>
        <p:sp>
          <p:nvSpPr>
            <p:cNvPr id="309" name="Line 143">
              <a:extLst>
                <a:ext uri="{FF2B5EF4-FFF2-40B4-BE49-F238E27FC236}">
                  <a16:creationId xmlns:a16="http://schemas.microsoft.com/office/drawing/2014/main" id="{225290E5-DD82-0457-A36D-21D133162E51}"/>
                </a:ext>
              </a:extLst>
            </p:cNvPr>
            <p:cNvSpPr>
              <a:spLocks noChangeShapeType="1"/>
            </p:cNvSpPr>
            <p:nvPr/>
          </p:nvSpPr>
          <p:spPr bwMode="auto">
            <a:xfrm flipH="1" flipV="1">
              <a:off x="724" y="1551"/>
              <a:ext cx="207" cy="103"/>
            </a:xfrm>
            <a:prstGeom prst="line">
              <a:avLst/>
            </a:prstGeom>
            <a:noFill/>
            <a:ln w="57150">
              <a:solidFill>
                <a:schemeClr val="tx1"/>
              </a:solidFill>
              <a:round/>
              <a:headEnd/>
              <a:tailEnd/>
            </a:ln>
            <a:effectLst/>
          </p:spPr>
          <p:txBody>
            <a:bodyPr wrap="none" anchor="ctr"/>
            <a:lstStyle/>
            <a:p>
              <a:endParaRPr lang="en-US" sz="1350"/>
            </a:p>
          </p:txBody>
        </p:sp>
        <p:sp>
          <p:nvSpPr>
            <p:cNvPr id="310" name="Line 144">
              <a:extLst>
                <a:ext uri="{FF2B5EF4-FFF2-40B4-BE49-F238E27FC236}">
                  <a16:creationId xmlns:a16="http://schemas.microsoft.com/office/drawing/2014/main" id="{FF69B8F3-1F46-9996-E4FD-727A94998F3E}"/>
                </a:ext>
              </a:extLst>
            </p:cNvPr>
            <p:cNvSpPr>
              <a:spLocks noChangeShapeType="1"/>
            </p:cNvSpPr>
            <p:nvPr/>
          </p:nvSpPr>
          <p:spPr bwMode="auto">
            <a:xfrm flipH="1" flipV="1">
              <a:off x="724" y="1769"/>
              <a:ext cx="207" cy="103"/>
            </a:xfrm>
            <a:prstGeom prst="line">
              <a:avLst/>
            </a:prstGeom>
            <a:noFill/>
            <a:ln w="57150">
              <a:solidFill>
                <a:schemeClr val="tx1"/>
              </a:solidFill>
              <a:round/>
              <a:headEnd/>
              <a:tailEnd/>
            </a:ln>
            <a:effectLst/>
          </p:spPr>
          <p:txBody>
            <a:bodyPr wrap="none" anchor="ctr"/>
            <a:lstStyle/>
            <a:p>
              <a:endParaRPr lang="en-US" sz="1350"/>
            </a:p>
          </p:txBody>
        </p:sp>
        <p:sp>
          <p:nvSpPr>
            <p:cNvPr id="311" name="Line 145">
              <a:extLst>
                <a:ext uri="{FF2B5EF4-FFF2-40B4-BE49-F238E27FC236}">
                  <a16:creationId xmlns:a16="http://schemas.microsoft.com/office/drawing/2014/main" id="{49A2BCC2-A329-D9C7-DC7D-4AABF2935D45}"/>
                </a:ext>
              </a:extLst>
            </p:cNvPr>
            <p:cNvSpPr>
              <a:spLocks noChangeShapeType="1"/>
            </p:cNvSpPr>
            <p:nvPr/>
          </p:nvSpPr>
          <p:spPr bwMode="auto">
            <a:xfrm flipH="1" flipV="1">
              <a:off x="709" y="1345"/>
              <a:ext cx="207" cy="103"/>
            </a:xfrm>
            <a:prstGeom prst="line">
              <a:avLst/>
            </a:prstGeom>
            <a:noFill/>
            <a:ln w="57150">
              <a:solidFill>
                <a:schemeClr val="tx1"/>
              </a:solidFill>
              <a:round/>
              <a:headEnd/>
              <a:tailEnd/>
            </a:ln>
            <a:effectLst/>
          </p:spPr>
          <p:txBody>
            <a:bodyPr wrap="none" anchor="ctr"/>
            <a:lstStyle/>
            <a:p>
              <a:endParaRPr lang="en-US" sz="1350"/>
            </a:p>
          </p:txBody>
        </p:sp>
        <p:sp>
          <p:nvSpPr>
            <p:cNvPr id="312" name="Freeform 146">
              <a:extLst>
                <a:ext uri="{FF2B5EF4-FFF2-40B4-BE49-F238E27FC236}">
                  <a16:creationId xmlns:a16="http://schemas.microsoft.com/office/drawing/2014/main" id="{7444ECC5-8DF4-82FF-188E-0EF7287FF9F0}"/>
                </a:ext>
              </a:extLst>
            </p:cNvPr>
            <p:cNvSpPr>
              <a:spLocks/>
            </p:cNvSpPr>
            <p:nvPr/>
          </p:nvSpPr>
          <p:spPr bwMode="auto">
            <a:xfrm flipH="1">
              <a:off x="811" y="1866"/>
              <a:ext cx="131" cy="68"/>
            </a:xfrm>
            <a:custGeom>
              <a:avLst/>
              <a:gdLst/>
              <a:ahLst/>
              <a:cxnLst>
                <a:cxn ang="0">
                  <a:pos x="131" y="68"/>
                </a:cxn>
                <a:cxn ang="0">
                  <a:pos x="0" y="0"/>
                </a:cxn>
              </a:cxnLst>
              <a:rect l="0" t="0" r="r" b="b"/>
              <a:pathLst>
                <a:path w="131" h="68">
                  <a:moveTo>
                    <a:pt x="131" y="68"/>
                  </a:moveTo>
                  <a:lnTo>
                    <a:pt x="0" y="0"/>
                  </a:lnTo>
                </a:path>
              </a:pathLst>
            </a:custGeom>
            <a:noFill/>
            <a:ln w="57150" cap="flat" cmpd="sng">
              <a:solidFill>
                <a:schemeClr val="tx1"/>
              </a:solidFill>
              <a:prstDash val="solid"/>
              <a:round/>
              <a:headEnd type="none" w="med" len="med"/>
              <a:tailEnd type="none" w="med" len="med"/>
            </a:ln>
            <a:effectLst/>
          </p:spPr>
          <p:txBody>
            <a:bodyPr wrap="none" anchor="ctr"/>
            <a:lstStyle/>
            <a:p>
              <a:endParaRPr lang="en-US" sz="1350"/>
            </a:p>
          </p:txBody>
        </p:sp>
        <p:sp>
          <p:nvSpPr>
            <p:cNvPr id="313" name="Freeform 147">
              <a:extLst>
                <a:ext uri="{FF2B5EF4-FFF2-40B4-BE49-F238E27FC236}">
                  <a16:creationId xmlns:a16="http://schemas.microsoft.com/office/drawing/2014/main" id="{0888BF5A-8558-C5FF-9BFD-4D7D2C894E46}"/>
                </a:ext>
              </a:extLst>
            </p:cNvPr>
            <p:cNvSpPr>
              <a:spLocks/>
            </p:cNvSpPr>
            <p:nvPr/>
          </p:nvSpPr>
          <p:spPr bwMode="auto">
            <a:xfrm flipH="1">
              <a:off x="710" y="1285"/>
              <a:ext cx="131" cy="68"/>
            </a:xfrm>
            <a:custGeom>
              <a:avLst/>
              <a:gdLst/>
              <a:ahLst/>
              <a:cxnLst>
                <a:cxn ang="0">
                  <a:pos x="131" y="68"/>
                </a:cxn>
                <a:cxn ang="0">
                  <a:pos x="0" y="0"/>
                </a:cxn>
              </a:cxnLst>
              <a:rect l="0" t="0" r="r" b="b"/>
              <a:pathLst>
                <a:path w="131" h="68">
                  <a:moveTo>
                    <a:pt x="131" y="68"/>
                  </a:moveTo>
                  <a:lnTo>
                    <a:pt x="0" y="0"/>
                  </a:lnTo>
                </a:path>
              </a:pathLst>
            </a:custGeom>
            <a:noFill/>
            <a:ln w="57150" cap="flat" cmpd="sng">
              <a:solidFill>
                <a:schemeClr val="tx1"/>
              </a:solidFill>
              <a:prstDash val="solid"/>
              <a:round/>
              <a:headEnd type="none" w="med" len="med"/>
              <a:tailEnd type="none" w="med" len="med"/>
            </a:ln>
            <a:effectLst/>
          </p:spPr>
          <p:txBody>
            <a:bodyPr wrap="none" anchor="ctr"/>
            <a:lstStyle/>
            <a:p>
              <a:endParaRPr lang="en-US" sz="1350"/>
            </a:p>
          </p:txBody>
        </p:sp>
      </p:grpSp>
      <p:sp>
        <p:nvSpPr>
          <p:cNvPr id="314" name="Line 148">
            <a:extLst>
              <a:ext uri="{FF2B5EF4-FFF2-40B4-BE49-F238E27FC236}">
                <a16:creationId xmlns:a16="http://schemas.microsoft.com/office/drawing/2014/main" id="{BD8B0491-EC44-49A7-4F89-67D0E340E11B}"/>
              </a:ext>
            </a:extLst>
          </p:cNvPr>
          <p:cNvSpPr>
            <a:spLocks noChangeShapeType="1"/>
          </p:cNvSpPr>
          <p:nvPr/>
        </p:nvSpPr>
        <p:spPr bwMode="auto">
          <a:xfrm flipH="1">
            <a:off x="2562225" y="2245519"/>
            <a:ext cx="952500" cy="0"/>
          </a:xfrm>
          <a:prstGeom prst="line">
            <a:avLst/>
          </a:prstGeom>
          <a:noFill/>
          <a:ln w="57150">
            <a:solidFill>
              <a:schemeClr val="tx1"/>
            </a:solidFill>
            <a:round/>
            <a:headEnd/>
            <a:tailEnd/>
          </a:ln>
          <a:effectLst/>
        </p:spPr>
        <p:txBody>
          <a:bodyPr wrap="none" anchor="ctr"/>
          <a:lstStyle/>
          <a:p>
            <a:endParaRPr lang="en-US" sz="1350"/>
          </a:p>
        </p:txBody>
      </p:sp>
      <p:sp>
        <p:nvSpPr>
          <p:cNvPr id="315" name="Line 149">
            <a:extLst>
              <a:ext uri="{FF2B5EF4-FFF2-40B4-BE49-F238E27FC236}">
                <a16:creationId xmlns:a16="http://schemas.microsoft.com/office/drawing/2014/main" id="{518CB1E5-4AD6-F228-D7EA-81E4F66CB792}"/>
              </a:ext>
            </a:extLst>
          </p:cNvPr>
          <p:cNvSpPr>
            <a:spLocks noChangeShapeType="1"/>
          </p:cNvSpPr>
          <p:nvPr/>
        </p:nvSpPr>
        <p:spPr bwMode="auto">
          <a:xfrm>
            <a:off x="2562225" y="2245520"/>
            <a:ext cx="0" cy="1997869"/>
          </a:xfrm>
          <a:prstGeom prst="line">
            <a:avLst/>
          </a:prstGeom>
          <a:noFill/>
          <a:ln w="57150">
            <a:solidFill>
              <a:schemeClr val="tx1"/>
            </a:solidFill>
            <a:round/>
            <a:headEnd/>
            <a:tailEnd/>
          </a:ln>
          <a:effectLst/>
        </p:spPr>
        <p:txBody>
          <a:bodyPr wrap="none" anchor="ctr"/>
          <a:lstStyle/>
          <a:p>
            <a:endParaRPr lang="en-US" sz="1350"/>
          </a:p>
        </p:txBody>
      </p:sp>
      <p:sp>
        <p:nvSpPr>
          <p:cNvPr id="316" name="Line 150">
            <a:extLst>
              <a:ext uri="{FF2B5EF4-FFF2-40B4-BE49-F238E27FC236}">
                <a16:creationId xmlns:a16="http://schemas.microsoft.com/office/drawing/2014/main" id="{621FFF39-4442-17B7-C241-25DDD2D62938}"/>
              </a:ext>
            </a:extLst>
          </p:cNvPr>
          <p:cNvSpPr>
            <a:spLocks noChangeShapeType="1"/>
          </p:cNvSpPr>
          <p:nvPr/>
        </p:nvSpPr>
        <p:spPr bwMode="auto">
          <a:xfrm>
            <a:off x="2550319" y="4245769"/>
            <a:ext cx="585788" cy="0"/>
          </a:xfrm>
          <a:prstGeom prst="line">
            <a:avLst/>
          </a:prstGeom>
          <a:noFill/>
          <a:ln w="57150">
            <a:solidFill>
              <a:schemeClr val="tx1"/>
            </a:solidFill>
            <a:round/>
            <a:headEnd/>
            <a:tailEnd/>
          </a:ln>
          <a:effectLst/>
        </p:spPr>
        <p:txBody>
          <a:bodyPr wrap="none" anchor="ctr"/>
          <a:lstStyle/>
          <a:p>
            <a:endParaRPr lang="en-US" sz="1350"/>
          </a:p>
        </p:txBody>
      </p:sp>
      <p:sp>
        <p:nvSpPr>
          <p:cNvPr id="317" name="Line 151">
            <a:extLst>
              <a:ext uri="{FF2B5EF4-FFF2-40B4-BE49-F238E27FC236}">
                <a16:creationId xmlns:a16="http://schemas.microsoft.com/office/drawing/2014/main" id="{975BB977-B1E8-D155-0534-188C50750D4C}"/>
              </a:ext>
            </a:extLst>
          </p:cNvPr>
          <p:cNvSpPr>
            <a:spLocks noChangeShapeType="1"/>
          </p:cNvSpPr>
          <p:nvPr/>
        </p:nvSpPr>
        <p:spPr bwMode="auto">
          <a:xfrm>
            <a:off x="4275535" y="2281238"/>
            <a:ext cx="357188" cy="0"/>
          </a:xfrm>
          <a:prstGeom prst="line">
            <a:avLst/>
          </a:prstGeom>
          <a:noFill/>
          <a:ln w="57150">
            <a:solidFill>
              <a:schemeClr val="tx1"/>
            </a:solidFill>
            <a:round/>
            <a:headEnd/>
            <a:tailEnd/>
          </a:ln>
          <a:effectLst/>
        </p:spPr>
        <p:txBody>
          <a:bodyPr wrap="none" anchor="ctr"/>
          <a:lstStyle/>
          <a:p>
            <a:endParaRPr lang="en-US" sz="1350"/>
          </a:p>
        </p:txBody>
      </p:sp>
      <p:sp>
        <p:nvSpPr>
          <p:cNvPr id="318" name="Line 152">
            <a:extLst>
              <a:ext uri="{FF2B5EF4-FFF2-40B4-BE49-F238E27FC236}">
                <a16:creationId xmlns:a16="http://schemas.microsoft.com/office/drawing/2014/main" id="{D6257D96-B967-E46C-14D7-F08CC88F9D79}"/>
              </a:ext>
            </a:extLst>
          </p:cNvPr>
          <p:cNvSpPr>
            <a:spLocks noChangeShapeType="1"/>
          </p:cNvSpPr>
          <p:nvPr/>
        </p:nvSpPr>
        <p:spPr bwMode="auto">
          <a:xfrm>
            <a:off x="5150644" y="2281238"/>
            <a:ext cx="1871663" cy="0"/>
          </a:xfrm>
          <a:prstGeom prst="line">
            <a:avLst/>
          </a:prstGeom>
          <a:noFill/>
          <a:ln w="57150">
            <a:solidFill>
              <a:schemeClr val="tx1"/>
            </a:solidFill>
            <a:round/>
            <a:headEnd/>
            <a:tailEnd/>
          </a:ln>
          <a:effectLst/>
        </p:spPr>
        <p:txBody>
          <a:bodyPr wrap="none" anchor="ctr"/>
          <a:lstStyle/>
          <a:p>
            <a:endParaRPr lang="en-US" sz="1350"/>
          </a:p>
        </p:txBody>
      </p:sp>
      <p:sp>
        <p:nvSpPr>
          <p:cNvPr id="319" name="Line 153">
            <a:extLst>
              <a:ext uri="{FF2B5EF4-FFF2-40B4-BE49-F238E27FC236}">
                <a16:creationId xmlns:a16="http://schemas.microsoft.com/office/drawing/2014/main" id="{86C057BC-F79A-2C0A-C4D2-CC9EA238B678}"/>
              </a:ext>
            </a:extLst>
          </p:cNvPr>
          <p:cNvSpPr>
            <a:spLocks noChangeShapeType="1"/>
          </p:cNvSpPr>
          <p:nvPr/>
        </p:nvSpPr>
        <p:spPr bwMode="auto">
          <a:xfrm>
            <a:off x="6998494" y="2281238"/>
            <a:ext cx="0" cy="1962150"/>
          </a:xfrm>
          <a:prstGeom prst="line">
            <a:avLst/>
          </a:prstGeom>
          <a:noFill/>
          <a:ln w="57150">
            <a:solidFill>
              <a:schemeClr val="tx1"/>
            </a:solidFill>
            <a:round/>
            <a:headEnd/>
            <a:tailEnd/>
          </a:ln>
          <a:effectLst/>
        </p:spPr>
        <p:txBody>
          <a:bodyPr wrap="none" anchor="ctr"/>
          <a:lstStyle/>
          <a:p>
            <a:endParaRPr lang="en-US" sz="1350"/>
          </a:p>
        </p:txBody>
      </p:sp>
      <p:sp>
        <p:nvSpPr>
          <p:cNvPr id="320" name="Line 154">
            <a:extLst>
              <a:ext uri="{FF2B5EF4-FFF2-40B4-BE49-F238E27FC236}">
                <a16:creationId xmlns:a16="http://schemas.microsoft.com/office/drawing/2014/main" id="{CE6D2E44-CCD0-3C1A-74D4-3B6BA4FFAC2C}"/>
              </a:ext>
            </a:extLst>
          </p:cNvPr>
          <p:cNvSpPr>
            <a:spLocks noChangeShapeType="1"/>
          </p:cNvSpPr>
          <p:nvPr/>
        </p:nvSpPr>
        <p:spPr bwMode="auto">
          <a:xfrm flipH="1">
            <a:off x="6438901" y="4245769"/>
            <a:ext cx="583406" cy="0"/>
          </a:xfrm>
          <a:prstGeom prst="line">
            <a:avLst/>
          </a:prstGeom>
          <a:noFill/>
          <a:ln w="57150">
            <a:solidFill>
              <a:schemeClr val="tx1"/>
            </a:solidFill>
            <a:round/>
            <a:headEnd/>
            <a:tailEnd/>
          </a:ln>
          <a:effectLst/>
        </p:spPr>
        <p:txBody>
          <a:bodyPr wrap="none" anchor="ctr"/>
          <a:lstStyle/>
          <a:p>
            <a:endParaRPr lang="en-US" sz="1350"/>
          </a:p>
        </p:txBody>
      </p:sp>
      <p:sp>
        <p:nvSpPr>
          <p:cNvPr id="321" name="Line 155">
            <a:extLst>
              <a:ext uri="{FF2B5EF4-FFF2-40B4-BE49-F238E27FC236}">
                <a16:creationId xmlns:a16="http://schemas.microsoft.com/office/drawing/2014/main" id="{98F9EED3-3B08-B7B4-9E1A-95C1FF3A943B}"/>
              </a:ext>
            </a:extLst>
          </p:cNvPr>
          <p:cNvSpPr>
            <a:spLocks noChangeShapeType="1"/>
          </p:cNvSpPr>
          <p:nvPr/>
        </p:nvSpPr>
        <p:spPr bwMode="auto">
          <a:xfrm>
            <a:off x="3112294" y="3524250"/>
            <a:ext cx="0" cy="1428750"/>
          </a:xfrm>
          <a:prstGeom prst="line">
            <a:avLst/>
          </a:prstGeom>
          <a:noFill/>
          <a:ln w="57150">
            <a:solidFill>
              <a:schemeClr val="tx1"/>
            </a:solidFill>
            <a:round/>
            <a:headEnd/>
            <a:tailEnd/>
          </a:ln>
          <a:effectLst/>
        </p:spPr>
        <p:txBody>
          <a:bodyPr wrap="none" anchor="ctr"/>
          <a:lstStyle/>
          <a:p>
            <a:endParaRPr lang="en-US" sz="1350"/>
          </a:p>
        </p:txBody>
      </p:sp>
      <p:sp>
        <p:nvSpPr>
          <p:cNvPr id="322" name="Line 156">
            <a:extLst>
              <a:ext uri="{FF2B5EF4-FFF2-40B4-BE49-F238E27FC236}">
                <a16:creationId xmlns:a16="http://schemas.microsoft.com/office/drawing/2014/main" id="{7B006732-6654-8A09-7732-8D8D889A5DDC}"/>
              </a:ext>
            </a:extLst>
          </p:cNvPr>
          <p:cNvSpPr>
            <a:spLocks noChangeShapeType="1"/>
          </p:cNvSpPr>
          <p:nvPr/>
        </p:nvSpPr>
        <p:spPr bwMode="auto">
          <a:xfrm>
            <a:off x="6438900" y="3524250"/>
            <a:ext cx="0" cy="1428750"/>
          </a:xfrm>
          <a:prstGeom prst="line">
            <a:avLst/>
          </a:prstGeom>
          <a:noFill/>
          <a:ln w="57150">
            <a:solidFill>
              <a:schemeClr val="tx1"/>
            </a:solidFill>
            <a:round/>
            <a:headEnd/>
            <a:tailEnd/>
          </a:ln>
          <a:effectLst/>
        </p:spPr>
        <p:txBody>
          <a:bodyPr wrap="none" anchor="ctr"/>
          <a:lstStyle/>
          <a:p>
            <a:endParaRPr lang="en-US" sz="1350"/>
          </a:p>
        </p:txBody>
      </p:sp>
      <p:sp>
        <p:nvSpPr>
          <p:cNvPr id="323" name="Text Box 158">
            <a:extLst>
              <a:ext uri="{FF2B5EF4-FFF2-40B4-BE49-F238E27FC236}">
                <a16:creationId xmlns:a16="http://schemas.microsoft.com/office/drawing/2014/main" id="{EB9BD523-9120-4724-762D-A5BC6F261654}"/>
              </a:ext>
            </a:extLst>
          </p:cNvPr>
          <p:cNvSpPr txBox="1">
            <a:spLocks noChangeArrowheads="1"/>
          </p:cNvSpPr>
          <p:nvPr/>
        </p:nvSpPr>
        <p:spPr bwMode="auto">
          <a:xfrm>
            <a:off x="3134942" y="2917009"/>
            <a:ext cx="3213445" cy="300082"/>
          </a:xfrm>
          <a:prstGeom prst="rect">
            <a:avLst/>
          </a:prstGeom>
          <a:noFill/>
          <a:ln w="9525">
            <a:noFill/>
            <a:miter lim="800000"/>
            <a:headEnd/>
            <a:tailEnd/>
          </a:ln>
          <a:effectLst/>
        </p:spPr>
        <p:txBody>
          <a:bodyPr wrap="none" anchor="ctr">
            <a:spAutoFit/>
          </a:bodyPr>
          <a:lstStyle/>
          <a:p>
            <a:pPr algn="ctr"/>
            <a:r>
              <a:rPr lang="en-US" sz="1350" b="1">
                <a:solidFill>
                  <a:schemeClr val="accent2"/>
                </a:solidFill>
              </a:rPr>
              <a:t>The carriers move away from the junction.</a:t>
            </a:r>
          </a:p>
        </p:txBody>
      </p:sp>
      <p:sp>
        <p:nvSpPr>
          <p:cNvPr id="324" name="Text Box 159">
            <a:extLst>
              <a:ext uri="{FF2B5EF4-FFF2-40B4-BE49-F238E27FC236}">
                <a16:creationId xmlns:a16="http://schemas.microsoft.com/office/drawing/2014/main" id="{7CD844DF-7545-8641-D20D-90D36B029A3A}"/>
              </a:ext>
            </a:extLst>
          </p:cNvPr>
          <p:cNvSpPr txBox="1">
            <a:spLocks noChangeArrowheads="1"/>
          </p:cNvSpPr>
          <p:nvPr/>
        </p:nvSpPr>
        <p:spPr bwMode="auto">
          <a:xfrm>
            <a:off x="2681006" y="4969521"/>
            <a:ext cx="4226093" cy="769441"/>
          </a:xfrm>
          <a:prstGeom prst="rect">
            <a:avLst/>
          </a:prstGeom>
          <a:noFill/>
          <a:ln w="9525">
            <a:noFill/>
            <a:miter lim="800000"/>
            <a:headEnd/>
            <a:tailEnd/>
          </a:ln>
          <a:effectLst/>
        </p:spPr>
        <p:txBody>
          <a:bodyPr wrap="none" anchor="ctr">
            <a:spAutoFit/>
          </a:bodyPr>
          <a:lstStyle/>
          <a:p>
            <a:pPr algn="ctr"/>
            <a:r>
              <a:rPr lang="en-US" sz="2200" dirty="0">
                <a:solidFill>
                  <a:srgbClr val="006699"/>
                </a:solidFill>
              </a:rPr>
              <a:t>The depletion layer is reestablished</a:t>
            </a:r>
          </a:p>
          <a:p>
            <a:pPr algn="ctr"/>
            <a:r>
              <a:rPr lang="en-US" sz="2200" dirty="0">
                <a:solidFill>
                  <a:srgbClr val="006699"/>
                </a:solidFill>
              </a:rPr>
              <a:t>and the diode is </a:t>
            </a:r>
            <a:r>
              <a:rPr lang="en-US" sz="2200" u="sng" dirty="0">
                <a:solidFill>
                  <a:srgbClr val="006699"/>
                </a:solidFill>
              </a:rPr>
              <a:t>off</a:t>
            </a:r>
            <a:r>
              <a:rPr lang="en-US" sz="2200" dirty="0">
                <a:solidFill>
                  <a:srgbClr val="006699"/>
                </a:solidFill>
              </a:rPr>
              <a:t>.</a:t>
            </a:r>
          </a:p>
        </p:txBody>
      </p:sp>
      <p:sp>
        <p:nvSpPr>
          <p:cNvPr id="325" name="Rectangle 160">
            <a:extLst>
              <a:ext uri="{FF2B5EF4-FFF2-40B4-BE49-F238E27FC236}">
                <a16:creationId xmlns:a16="http://schemas.microsoft.com/office/drawing/2014/main" id="{D848CBDF-670A-19C2-FF92-6494C4724EC7}"/>
              </a:ext>
            </a:extLst>
          </p:cNvPr>
          <p:cNvSpPr>
            <a:spLocks noChangeArrowheads="1"/>
          </p:cNvSpPr>
          <p:nvPr/>
        </p:nvSpPr>
        <p:spPr bwMode="auto">
          <a:xfrm>
            <a:off x="4275535" y="3548063"/>
            <a:ext cx="470297" cy="1362075"/>
          </a:xfrm>
          <a:prstGeom prst="rect">
            <a:avLst/>
          </a:prstGeom>
          <a:solidFill>
            <a:schemeClr val="bg1"/>
          </a:solidFill>
          <a:ln w="9525">
            <a:noFill/>
            <a:miter lim="800000"/>
            <a:headEnd/>
            <a:tailEnd/>
          </a:ln>
          <a:effectLst/>
        </p:spPr>
        <p:txBody>
          <a:bodyPr wrap="none" anchor="ctr"/>
          <a:lstStyle/>
          <a:p>
            <a:endParaRPr lang="en-US" sz="1350"/>
          </a:p>
        </p:txBody>
      </p:sp>
      <p:sp>
        <p:nvSpPr>
          <p:cNvPr id="326" name="Rectangle 161">
            <a:extLst>
              <a:ext uri="{FF2B5EF4-FFF2-40B4-BE49-F238E27FC236}">
                <a16:creationId xmlns:a16="http://schemas.microsoft.com/office/drawing/2014/main" id="{46290507-B006-06CF-A445-FFD19C673218}"/>
              </a:ext>
            </a:extLst>
          </p:cNvPr>
          <p:cNvSpPr>
            <a:spLocks noChangeArrowheads="1"/>
          </p:cNvSpPr>
          <p:nvPr/>
        </p:nvSpPr>
        <p:spPr bwMode="auto">
          <a:xfrm>
            <a:off x="4794647" y="3555206"/>
            <a:ext cx="470297" cy="1362075"/>
          </a:xfrm>
          <a:prstGeom prst="rect">
            <a:avLst/>
          </a:prstGeom>
          <a:solidFill>
            <a:schemeClr val="bg1"/>
          </a:solidFill>
          <a:ln w="9525">
            <a:noFill/>
            <a:miter lim="800000"/>
            <a:headEnd/>
            <a:tailEnd/>
          </a:ln>
          <a:effectLst/>
        </p:spPr>
        <p:txBody>
          <a:bodyPr wrap="none" anchor="ctr"/>
          <a:lstStyle/>
          <a:p>
            <a:endParaRPr lang="en-US" sz="1350"/>
          </a:p>
        </p:txBody>
      </p:sp>
      <p:sp>
        <p:nvSpPr>
          <p:cNvPr id="327" name="Line 162">
            <a:extLst>
              <a:ext uri="{FF2B5EF4-FFF2-40B4-BE49-F238E27FC236}">
                <a16:creationId xmlns:a16="http://schemas.microsoft.com/office/drawing/2014/main" id="{74E4AE14-7E05-8ED4-AC8E-C39F41D2EF94}"/>
              </a:ext>
            </a:extLst>
          </p:cNvPr>
          <p:cNvSpPr>
            <a:spLocks noChangeShapeType="1"/>
          </p:cNvSpPr>
          <p:nvPr/>
        </p:nvSpPr>
        <p:spPr bwMode="auto">
          <a:xfrm>
            <a:off x="4300538" y="3533776"/>
            <a:ext cx="0" cy="1403747"/>
          </a:xfrm>
          <a:prstGeom prst="line">
            <a:avLst/>
          </a:prstGeom>
          <a:noFill/>
          <a:ln w="57150">
            <a:solidFill>
              <a:schemeClr val="tx1"/>
            </a:solidFill>
            <a:prstDash val="sysDot"/>
            <a:round/>
            <a:headEnd/>
            <a:tailEnd/>
          </a:ln>
          <a:effectLst/>
        </p:spPr>
        <p:txBody>
          <a:bodyPr wrap="none" anchor="ctr"/>
          <a:lstStyle/>
          <a:p>
            <a:endParaRPr lang="en-US" sz="1350"/>
          </a:p>
        </p:txBody>
      </p:sp>
      <p:sp>
        <p:nvSpPr>
          <p:cNvPr id="328" name="Line 163">
            <a:extLst>
              <a:ext uri="{FF2B5EF4-FFF2-40B4-BE49-F238E27FC236}">
                <a16:creationId xmlns:a16="http://schemas.microsoft.com/office/drawing/2014/main" id="{CB13ED4A-1D3C-3530-A5D2-5389F3C1CFA3}"/>
              </a:ext>
            </a:extLst>
          </p:cNvPr>
          <p:cNvSpPr>
            <a:spLocks noChangeShapeType="1"/>
          </p:cNvSpPr>
          <p:nvPr/>
        </p:nvSpPr>
        <p:spPr bwMode="auto">
          <a:xfrm>
            <a:off x="5226844" y="3537347"/>
            <a:ext cx="0" cy="1403747"/>
          </a:xfrm>
          <a:prstGeom prst="line">
            <a:avLst/>
          </a:prstGeom>
          <a:noFill/>
          <a:ln w="57150">
            <a:solidFill>
              <a:schemeClr val="tx1"/>
            </a:solidFill>
            <a:prstDash val="sysDot"/>
            <a:round/>
            <a:headEnd/>
            <a:tailEnd/>
          </a:ln>
          <a:effectLst/>
        </p:spPr>
        <p:txBody>
          <a:bodyPr wrap="none" anchor="ctr"/>
          <a:lstStyle/>
          <a:p>
            <a:endParaRPr lang="en-US" sz="1350"/>
          </a:p>
        </p:txBody>
      </p:sp>
      <p:sp>
        <p:nvSpPr>
          <p:cNvPr id="329" name="TextBox 328">
            <a:extLst>
              <a:ext uri="{FF2B5EF4-FFF2-40B4-BE49-F238E27FC236}">
                <a16:creationId xmlns:a16="http://schemas.microsoft.com/office/drawing/2014/main" id="{ADC6D967-94CC-D25B-1E55-1E1C9C7AD110}"/>
              </a:ext>
            </a:extLst>
          </p:cNvPr>
          <p:cNvSpPr txBox="1"/>
          <p:nvPr/>
        </p:nvSpPr>
        <p:spPr>
          <a:xfrm>
            <a:off x="3528418" y="3191776"/>
            <a:ext cx="425054" cy="369332"/>
          </a:xfrm>
          <a:prstGeom prst="rect">
            <a:avLst/>
          </a:prstGeom>
          <a:noFill/>
        </p:spPr>
        <p:txBody>
          <a:bodyPr wrap="square" rtlCol="0">
            <a:spAutoFit/>
          </a:bodyPr>
          <a:lstStyle/>
          <a:p>
            <a:r>
              <a:rPr lang="en-US" dirty="0"/>
              <a:t>P</a:t>
            </a:r>
            <a:endParaRPr lang="en-IN" dirty="0"/>
          </a:p>
        </p:txBody>
      </p:sp>
      <p:sp>
        <p:nvSpPr>
          <p:cNvPr id="330" name="TextBox 329">
            <a:extLst>
              <a:ext uri="{FF2B5EF4-FFF2-40B4-BE49-F238E27FC236}">
                <a16:creationId xmlns:a16="http://schemas.microsoft.com/office/drawing/2014/main" id="{12121498-42B9-D914-DBFC-02BB8454BA34}"/>
              </a:ext>
            </a:extLst>
          </p:cNvPr>
          <p:cNvSpPr txBox="1"/>
          <p:nvPr/>
        </p:nvSpPr>
        <p:spPr>
          <a:xfrm>
            <a:off x="5702242" y="3173242"/>
            <a:ext cx="425054" cy="369332"/>
          </a:xfrm>
          <a:prstGeom prst="rect">
            <a:avLst/>
          </a:prstGeom>
          <a:noFill/>
        </p:spPr>
        <p:txBody>
          <a:bodyPr wrap="square" rtlCol="0">
            <a:spAutoFit/>
          </a:bodyPr>
          <a:lstStyle/>
          <a:p>
            <a:r>
              <a:rPr lang="en-US" dirty="0"/>
              <a:t>N</a:t>
            </a:r>
            <a:endParaRPr lang="en-IN" dirty="0"/>
          </a:p>
        </p:txBody>
      </p:sp>
    </p:spTree>
    <p:extLst>
      <p:ext uri="{BB962C8B-B14F-4D97-AF65-F5344CB8AC3E}">
        <p14:creationId xmlns:p14="http://schemas.microsoft.com/office/powerpoint/2010/main" val="354298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25"/>
                                        </p:tgtEl>
                                        <p:attrNameLst>
                                          <p:attrName>style.visibility</p:attrName>
                                        </p:attrNameLst>
                                      </p:cBhvr>
                                      <p:to>
                                        <p:strVal val="visible"/>
                                      </p:to>
                                    </p:set>
                                    <p:animEffect transition="in" filter="dissolve">
                                      <p:cBhvr>
                                        <p:cTn id="7" dur="500"/>
                                        <p:tgtEl>
                                          <p:spTgt spid="325"/>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26"/>
                                        </p:tgtEl>
                                        <p:attrNameLst>
                                          <p:attrName>style.visibility</p:attrName>
                                        </p:attrNameLst>
                                      </p:cBhvr>
                                      <p:to>
                                        <p:strVal val="visible"/>
                                      </p:to>
                                    </p:set>
                                    <p:animEffect transition="in" filter="dissolve">
                                      <p:cBhvr>
                                        <p:cTn id="11" dur="500"/>
                                        <p:tgtEl>
                                          <p:spTgt spid="326"/>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323"/>
                                        </p:tgtEl>
                                        <p:attrNameLst>
                                          <p:attrName>style.visibility</p:attrName>
                                        </p:attrNameLst>
                                      </p:cBhvr>
                                      <p:to>
                                        <p:strVal val="visible"/>
                                      </p:to>
                                    </p:set>
                                    <p:animEffect transition="in" filter="dissolve">
                                      <p:cBhvr>
                                        <p:cTn id="15" dur="500"/>
                                        <p:tgtEl>
                                          <p:spTgt spid="323"/>
                                        </p:tgtEl>
                                      </p:cBhvr>
                                    </p:animEffect>
                                  </p:childTnLst>
                                </p:cTn>
                              </p:par>
                            </p:childTnLst>
                          </p:cTn>
                        </p:par>
                        <p:par>
                          <p:cTn id="16" fill="hold">
                            <p:stCondLst>
                              <p:cond delay="1500"/>
                            </p:stCondLst>
                            <p:childTnLst>
                              <p:par>
                                <p:cTn id="17" presetID="2" presetClass="entr" presetSubtype="12" fill="hold" grpId="0" nodeType="afterEffect">
                                  <p:stCondLst>
                                    <p:cond delay="0"/>
                                  </p:stCondLst>
                                  <p:childTnLst>
                                    <p:set>
                                      <p:cBhvr>
                                        <p:cTn id="18" dur="1" fill="hold">
                                          <p:stCondLst>
                                            <p:cond delay="0"/>
                                          </p:stCondLst>
                                        </p:cTn>
                                        <p:tgtEl>
                                          <p:spTgt spid="324"/>
                                        </p:tgtEl>
                                        <p:attrNameLst>
                                          <p:attrName>style.visibility</p:attrName>
                                        </p:attrNameLst>
                                      </p:cBhvr>
                                      <p:to>
                                        <p:strVal val="visible"/>
                                      </p:to>
                                    </p:set>
                                    <p:anim calcmode="lin" valueType="num">
                                      <p:cBhvr additive="base">
                                        <p:cTn id="19" dur="500" fill="hold"/>
                                        <p:tgtEl>
                                          <p:spTgt spid="324"/>
                                        </p:tgtEl>
                                        <p:attrNameLst>
                                          <p:attrName>ppt_x</p:attrName>
                                        </p:attrNameLst>
                                      </p:cBhvr>
                                      <p:tavLst>
                                        <p:tav tm="0">
                                          <p:val>
                                            <p:strVal val="0-#ppt_w/2"/>
                                          </p:val>
                                        </p:tav>
                                        <p:tav tm="100000">
                                          <p:val>
                                            <p:strVal val="#ppt_x"/>
                                          </p:val>
                                        </p:tav>
                                      </p:tavLst>
                                    </p:anim>
                                    <p:anim calcmode="lin" valueType="num">
                                      <p:cBhvr additive="base">
                                        <p:cTn id="20" dur="500" fill="hold"/>
                                        <p:tgtEl>
                                          <p:spTgt spid="324"/>
                                        </p:tgtEl>
                                        <p:attrNameLst>
                                          <p:attrName>ppt_y</p:attrName>
                                        </p:attrNameLst>
                                      </p:cBhvr>
                                      <p:tavLst>
                                        <p:tav tm="0">
                                          <p:val>
                                            <p:strVal val="1+#ppt_h/2"/>
                                          </p:val>
                                        </p:tav>
                                        <p:tav tm="100000">
                                          <p:val>
                                            <p:strVal val="#ppt_y"/>
                                          </p:val>
                                        </p:tav>
                                      </p:tavLst>
                                    </p:anim>
                                  </p:childTnLst>
                                </p:cTn>
                              </p:par>
                            </p:childTnLst>
                          </p:cTn>
                        </p:par>
                        <p:par>
                          <p:cTn id="21" fill="hold">
                            <p:stCondLst>
                              <p:cond delay="2000"/>
                            </p:stCondLst>
                            <p:childTnLst>
                              <p:par>
                                <p:cTn id="22" presetID="9" presetClass="entr" presetSubtype="0" fill="hold" grpId="0" nodeType="afterEffect">
                                  <p:stCondLst>
                                    <p:cond delay="0"/>
                                  </p:stCondLst>
                                  <p:childTnLst>
                                    <p:set>
                                      <p:cBhvr>
                                        <p:cTn id="23" dur="1" fill="hold">
                                          <p:stCondLst>
                                            <p:cond delay="0"/>
                                          </p:stCondLst>
                                        </p:cTn>
                                        <p:tgtEl>
                                          <p:spTgt spid="327"/>
                                        </p:tgtEl>
                                        <p:attrNameLst>
                                          <p:attrName>style.visibility</p:attrName>
                                        </p:attrNameLst>
                                      </p:cBhvr>
                                      <p:to>
                                        <p:strVal val="visible"/>
                                      </p:to>
                                    </p:set>
                                    <p:animEffect transition="in" filter="dissolve">
                                      <p:cBhvr>
                                        <p:cTn id="24" dur="500"/>
                                        <p:tgtEl>
                                          <p:spTgt spid="327"/>
                                        </p:tgtEl>
                                      </p:cBhvr>
                                    </p:animEffect>
                                  </p:childTnLst>
                                </p:cTn>
                              </p:par>
                            </p:childTnLst>
                          </p:cTn>
                        </p:par>
                        <p:par>
                          <p:cTn id="25" fill="hold">
                            <p:stCondLst>
                              <p:cond delay="2500"/>
                            </p:stCondLst>
                            <p:childTnLst>
                              <p:par>
                                <p:cTn id="26" presetID="9" presetClass="entr" presetSubtype="0" fill="hold" grpId="0" nodeType="afterEffect">
                                  <p:stCondLst>
                                    <p:cond delay="0"/>
                                  </p:stCondLst>
                                  <p:childTnLst>
                                    <p:set>
                                      <p:cBhvr>
                                        <p:cTn id="27" dur="1" fill="hold">
                                          <p:stCondLst>
                                            <p:cond delay="0"/>
                                          </p:stCondLst>
                                        </p:cTn>
                                        <p:tgtEl>
                                          <p:spTgt spid="328"/>
                                        </p:tgtEl>
                                        <p:attrNameLst>
                                          <p:attrName>style.visibility</p:attrName>
                                        </p:attrNameLst>
                                      </p:cBhvr>
                                      <p:to>
                                        <p:strVal val="visible"/>
                                      </p:to>
                                    </p:set>
                                    <p:animEffect transition="in" filter="dissolve">
                                      <p:cBhvr>
                                        <p:cTn id="28" dur="500"/>
                                        <p:tgtEl>
                                          <p:spTgt spid="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 grpId="0" autoUpdateAnimBg="0"/>
      <p:bldP spid="324" grpId="0" autoUpdateAnimBg="0"/>
      <p:bldP spid="325" grpId="0" animBg="1"/>
      <p:bldP spid="326" grpId="0" animBg="1"/>
      <p:bldP spid="327" grpId="0" animBg="1"/>
      <p:bldP spid="32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4" y="1955845"/>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03478" y="2256535"/>
            <a:ext cx="7887578" cy="630942"/>
          </a:xfrm>
          <a:prstGeom prst="rect">
            <a:avLst/>
          </a:prstGeom>
        </p:spPr>
        <p:txBody>
          <a:bodyPr wrap="square">
            <a:spAutoFit/>
          </a:bodyPr>
          <a:lstStyle/>
          <a:p>
            <a:pPr algn="ctr"/>
            <a:r>
              <a:rPr lang="en-US" sz="3500" b="1" dirty="0">
                <a:solidFill>
                  <a:srgbClr val="FFFFFF"/>
                </a:solidFill>
                <a:latin typeface="+mj-lt"/>
                <a:ea typeface="Calibri" panose="020F0502020204030204" pitchFamily="34" charset="0"/>
                <a:cs typeface="Times New Roman" panose="02020603050405020304" pitchFamily="18" charset="0"/>
              </a:rPr>
              <a:t>DIODE AND TRANSISTORS</a:t>
            </a:r>
            <a:endParaRPr lang="en-US" sz="3500" dirty="0">
              <a:latin typeface="+mj-lt"/>
              <a:ea typeface="Calibri" panose="020F0502020204030204" pitchFamily="34" charset="0"/>
              <a:cs typeface="Times New Roman" panose="02020603050405020304" pitchFamily="18" charset="0"/>
            </a:endParaRPr>
          </a:p>
        </p:txBody>
      </p:sp>
      <p:sp>
        <p:nvSpPr>
          <p:cNvPr id="7" name="Rectangle 6"/>
          <p:cNvSpPr/>
          <p:nvPr/>
        </p:nvSpPr>
        <p:spPr>
          <a:xfrm>
            <a:off x="342741" y="5601409"/>
            <a:ext cx="3832829" cy="984885"/>
          </a:xfrm>
          <a:prstGeom prst="rect">
            <a:avLst/>
          </a:prstGeom>
        </p:spPr>
        <p:txBody>
          <a:bodyPr wrap="square">
            <a:spAutoFit/>
          </a:bodyPr>
          <a:lstStyle/>
          <a:p>
            <a:r>
              <a:rPr lang="en-US" sz="2200" b="1" dirty="0">
                <a:latin typeface="Calibri" panose="020F0502020204030204" pitchFamily="34" charset="0"/>
                <a:ea typeface="Calibri" panose="020F0502020204030204" pitchFamily="34" charset="0"/>
                <a:cs typeface="Times New Roman" panose="02020603050405020304" pitchFamily="18" charset="0"/>
              </a:rPr>
              <a:t>Dr. Shubhrajyoti Kundu</a:t>
            </a:r>
            <a:br>
              <a:rPr lang="en-US" sz="1058" b="1" dirty="0">
                <a:latin typeface="Calibri" panose="020F0502020204030204" pitchFamily="34" charset="0"/>
                <a:ea typeface="Calibri" panose="020F0502020204030204" pitchFamily="34" charset="0"/>
                <a:cs typeface="Times New Roman" panose="02020603050405020304" pitchFamily="18" charset="0"/>
              </a:rPr>
            </a:br>
            <a:r>
              <a:rPr lang="en-US" b="1" dirty="0">
                <a:latin typeface="Calibri" panose="020F0502020204030204" pitchFamily="34" charset="0"/>
                <a:ea typeface="Calibri" panose="020F0502020204030204" pitchFamily="34" charset="0"/>
                <a:cs typeface="Times New Roman" panose="02020603050405020304" pitchFamily="18" charset="0"/>
              </a:rPr>
              <a:t>Assistant Professor</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b="1" dirty="0">
                <a:latin typeface="Calibri" panose="020F0502020204030204" pitchFamily="34" charset="0"/>
                <a:ea typeface="Calibri" panose="020F0502020204030204" pitchFamily="34" charset="0"/>
                <a:cs typeface="Times New Roman" panose="02020603050405020304" pitchFamily="18" charset="0"/>
              </a:rPr>
              <a:t>Electrical Engineering</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6123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31076" y="1778284"/>
            <a:ext cx="6074228" cy="4616648"/>
          </a:xfrm>
          <a:prstGeom prst="rect">
            <a:avLst/>
          </a:prstGeom>
          <a:noFill/>
        </p:spPr>
        <p:txBody>
          <a:bodyPr wrap="square">
            <a:spAutoFit/>
          </a:bodyPr>
          <a:lstStyle/>
          <a:p>
            <a:r>
              <a:rPr lang="en-US" sz="2200" b="1" dirty="0">
                <a:solidFill>
                  <a:schemeClr val="bg1"/>
                </a:solidFill>
              </a:rPr>
              <a:t>Content </a:t>
            </a:r>
          </a:p>
          <a:p>
            <a:endParaRPr lang="en-US" sz="2200" dirty="0"/>
          </a:p>
          <a:p>
            <a:pPr marL="342900" indent="-342900">
              <a:buAutoNum type="arabicPeriod"/>
            </a:pPr>
            <a:r>
              <a:rPr lang="en-US" sz="2200" dirty="0"/>
              <a:t>Peak Inverse Voltage                                         1</a:t>
            </a:r>
          </a:p>
          <a:p>
            <a:pPr marL="342900" indent="-342900">
              <a:buAutoNum type="arabicPeriod"/>
            </a:pPr>
            <a:endParaRPr lang="en-US" sz="2200" dirty="0"/>
          </a:p>
          <a:p>
            <a:pPr marL="342900" indent="-342900">
              <a:buAutoNum type="arabicPeriod"/>
            </a:pPr>
            <a:r>
              <a:rPr lang="en-US" sz="2200" dirty="0"/>
              <a:t>Forward Surge Current                                     2 </a:t>
            </a:r>
          </a:p>
          <a:p>
            <a:pPr marL="342900" indent="-342900">
              <a:buAutoNum type="arabicPeriod"/>
            </a:pPr>
            <a:endParaRPr lang="en-US" sz="2200" dirty="0"/>
          </a:p>
          <a:p>
            <a:pPr marL="342900" indent="-342900">
              <a:buAutoNum type="arabicPeriod"/>
            </a:pPr>
            <a:r>
              <a:rPr lang="en-US" sz="2200" dirty="0"/>
              <a:t>Diode as Uncontrolled Switch                         3</a:t>
            </a:r>
          </a:p>
          <a:p>
            <a:pPr marL="342900" indent="-342900">
              <a:buAutoNum type="arabicPeriod"/>
            </a:pPr>
            <a:endParaRPr lang="en-US" sz="2200" dirty="0"/>
          </a:p>
          <a:p>
            <a:pPr marL="342900" indent="-342900">
              <a:buAutoNum type="arabicPeriod"/>
            </a:pPr>
            <a:r>
              <a:rPr lang="en-US" sz="2200" dirty="0"/>
              <a:t>Rectifier                                                               5</a:t>
            </a:r>
          </a:p>
          <a:p>
            <a:r>
              <a:rPr lang="en-US" sz="2200" dirty="0"/>
              <a:t>     4.1 Half Wave Rectifier                                                                </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278835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C538D-331B-4678-47B4-A4BD84255B0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F7779D7-D16D-87D6-7D31-F9FB76948C6A}"/>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61C8D645-8AA7-1C8D-4A8C-5C18AE97B66F}"/>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C3DC09D0-232F-1D00-2D26-CD0476ED74A9}"/>
              </a:ext>
            </a:extLst>
          </p:cNvPr>
          <p:cNvSpPr>
            <a:spLocks noChangeArrowheads="1"/>
          </p:cNvSpPr>
          <p:nvPr>
            <p:custDataLst>
              <p:tags r:id="R615ea6f8fcde4f6d"/>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altLang="en-US" sz="2400" dirty="0">
                <a:solidFill>
                  <a:schemeClr val="bg1"/>
                </a:solidFill>
                <a:latin typeface="+mj-lt"/>
                <a:cs typeface="Times New Roman" panose="02020603050405020304" pitchFamily="18" charset="0"/>
              </a:rPr>
              <a:t>Peak Inverse Voltage (PIV)</a:t>
            </a:r>
          </a:p>
        </p:txBody>
      </p:sp>
      <p:sp>
        <p:nvSpPr>
          <p:cNvPr id="6" name="TextBox 5">
            <a:extLst>
              <a:ext uri="{FF2B5EF4-FFF2-40B4-BE49-F238E27FC236}">
                <a16:creationId xmlns:a16="http://schemas.microsoft.com/office/drawing/2014/main" id="{18D4B1A4-D93B-FB68-DFD9-780B56551B1B}"/>
              </a:ext>
            </a:extLst>
          </p:cNvPr>
          <p:cNvSpPr txBox="1"/>
          <p:nvPr/>
        </p:nvSpPr>
        <p:spPr>
          <a:xfrm>
            <a:off x="801384" y="2280009"/>
            <a:ext cx="7284378" cy="1446550"/>
          </a:xfrm>
          <a:prstGeom prst="rect">
            <a:avLst/>
          </a:prstGeom>
          <a:noFill/>
        </p:spPr>
        <p:txBody>
          <a:bodyPr wrap="square">
            <a:spAutoFit/>
          </a:bodyPr>
          <a:lstStyle/>
          <a:p>
            <a:pPr marL="214313" marR="0" lvl="0" indent="-214313"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Peak Inverse Voltage (PIV) or Peak Reverse Voltage (PRV) refer to the maximum voltage a diode or other device can withstand in the reverse-biased direction before breakdown. Also may be called Reverse Breakdown Voltage. </a:t>
            </a:r>
            <a:endParaRPr kumimoji="0" lang="en-IN"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8284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8B26C-5E0C-0D14-764F-9AC9671ABCD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2E3F083-8A37-7649-9B8B-1BBA5BCF3B78}"/>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45907833-BA80-43E4-169C-FBF007EA4B2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5702BBC0-916F-7212-553A-98B0E2E91792}"/>
              </a:ext>
            </a:extLst>
          </p:cNvPr>
          <p:cNvSpPr>
            <a:spLocks noChangeArrowheads="1"/>
          </p:cNvSpPr>
          <p:nvPr>
            <p:custDataLst>
              <p:tags r:id="Refcb6b1f84c942f4"/>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altLang="en-US" sz="2400" dirty="0">
                <a:solidFill>
                  <a:schemeClr val="bg1"/>
                </a:solidFill>
                <a:latin typeface="+mj-lt"/>
                <a:cs typeface="Times New Roman" panose="02020603050405020304" pitchFamily="18" charset="0"/>
              </a:rPr>
              <a:t>Forward surge current</a:t>
            </a:r>
          </a:p>
        </p:txBody>
      </p:sp>
      <p:sp>
        <p:nvSpPr>
          <p:cNvPr id="6" name="TextBox 5">
            <a:extLst>
              <a:ext uri="{FF2B5EF4-FFF2-40B4-BE49-F238E27FC236}">
                <a16:creationId xmlns:a16="http://schemas.microsoft.com/office/drawing/2014/main" id="{0FF60B23-9ABF-B031-8B80-714EA0613BF1}"/>
              </a:ext>
            </a:extLst>
          </p:cNvPr>
          <p:cNvSpPr txBox="1"/>
          <p:nvPr/>
        </p:nvSpPr>
        <p:spPr>
          <a:xfrm>
            <a:off x="801384" y="2280009"/>
            <a:ext cx="7284378" cy="2462213"/>
          </a:xfrm>
          <a:prstGeom prst="rect">
            <a:avLst/>
          </a:prstGeom>
          <a:noFill/>
        </p:spPr>
        <p:txBody>
          <a:bodyPr wrap="square">
            <a:spAutoFit/>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Forward surge current is one of the maximum ratings and represents the instantaneous current in the forward direction.</a:t>
            </a:r>
          </a:p>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The non-repeating maximum permissible peak current is the value that allows one cycle of 50 Hz sinusoidal waveform (conduction angle 180 degrees) to flow in the forward direction at the specified junction temperature. </a:t>
            </a:r>
            <a:endParaRPr kumimoji="0" lang="en-IN"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7433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4D263-9F89-F3D6-7517-E9D2B1CAA34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A025512-3216-C0CE-8EFC-1CDE7ED7FCF4}"/>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B154B296-F669-EB12-FE95-27AF94C69880}"/>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5B043E7C-8F1A-E444-38DB-2B817447C434}"/>
              </a:ext>
            </a:extLst>
          </p:cNvPr>
          <p:cNvSpPr>
            <a:spLocks noChangeArrowheads="1"/>
          </p:cNvSpPr>
          <p:nvPr>
            <p:custDataLst>
              <p:tags r:id="Ra9716ca906ea4a16"/>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ts val="0"/>
              </a:spcBef>
              <a:buNone/>
            </a:pPr>
            <a:r>
              <a:rPr lang="en-IN" sz="2400" b="1" dirty="0">
                <a:solidFill>
                  <a:schemeClr val="bg1"/>
                </a:solidFill>
                <a:latin typeface="+mj-lt"/>
                <a:cs typeface="+mn-cs"/>
              </a:rPr>
              <a:t>DIODE AS UNCONTROLLED SWITCH</a:t>
            </a:r>
          </a:p>
        </p:txBody>
      </p:sp>
      <p:sp>
        <p:nvSpPr>
          <p:cNvPr id="6" name="TextBox 5">
            <a:extLst>
              <a:ext uri="{FF2B5EF4-FFF2-40B4-BE49-F238E27FC236}">
                <a16:creationId xmlns:a16="http://schemas.microsoft.com/office/drawing/2014/main" id="{FE661781-0C7A-9BA9-98AA-E4FF6D0AC382}"/>
              </a:ext>
            </a:extLst>
          </p:cNvPr>
          <p:cNvSpPr txBox="1"/>
          <p:nvPr/>
        </p:nvSpPr>
        <p:spPr>
          <a:xfrm>
            <a:off x="801384" y="2280009"/>
            <a:ext cx="7284378" cy="2462213"/>
          </a:xfrm>
          <a:prstGeom prst="rect">
            <a:avLst/>
          </a:prstGeom>
          <a:noFill/>
        </p:spPr>
        <p:txBody>
          <a:bodyPr wrap="square">
            <a:spAutoFit/>
          </a:bodyPr>
          <a:lstStyle/>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200" i="0" u="none" strike="noStrike" kern="1200" cap="none" spc="0" normalizeH="0" baseline="0" noProof="0" dirty="0">
                <a:ln>
                  <a:noFill/>
                </a:ln>
                <a:solidFill>
                  <a:prstClr val="black"/>
                </a:solidFill>
                <a:effectLst/>
                <a:uLnTx/>
                <a:uFillTx/>
                <a:latin typeface="Calibri" panose="020F0502020204030204"/>
                <a:ea typeface="+mn-ea"/>
                <a:cs typeface="+mn-cs"/>
              </a:rPr>
              <a:t>A semiconductor switch with no control  input.</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20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200" i="0" u="none" strike="noStrike" kern="1200" cap="none" spc="0" normalizeH="0" baseline="0" noProof="0" dirty="0">
                <a:ln>
                  <a:noFill/>
                </a:ln>
                <a:solidFill>
                  <a:prstClr val="black"/>
                </a:solidFill>
                <a:effectLst/>
                <a:uLnTx/>
                <a:uFillTx/>
                <a:latin typeface="Calibri" panose="020F0502020204030204"/>
                <a:ea typeface="+mn-ea"/>
                <a:cs typeface="+mn-cs"/>
              </a:rPr>
              <a:t>The diode turns off and acts as an open switch.</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20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200" i="0" u="none" strike="noStrike" kern="1200" cap="none" spc="0" normalizeH="0" baseline="0" noProof="0" dirty="0">
                <a:ln>
                  <a:noFill/>
                </a:ln>
                <a:solidFill>
                  <a:prstClr val="black"/>
                </a:solidFill>
                <a:effectLst/>
                <a:uLnTx/>
                <a:uFillTx/>
                <a:latin typeface="Calibri" panose="020F0502020204030204"/>
                <a:ea typeface="+mn-ea"/>
                <a:cs typeface="+mn-cs"/>
              </a:rPr>
              <a:t>Device switching depends on supply voltage.</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20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200" i="0" u="none" strike="noStrike" kern="1200" cap="none" spc="0" normalizeH="0" baseline="0" noProof="0" dirty="0">
                <a:ln>
                  <a:noFill/>
                </a:ln>
                <a:solidFill>
                  <a:prstClr val="black"/>
                </a:solidFill>
                <a:effectLst/>
                <a:uLnTx/>
                <a:uFillTx/>
                <a:latin typeface="Calibri" panose="020F0502020204030204"/>
                <a:ea typeface="+mn-ea"/>
                <a:cs typeface="+mn-cs"/>
              </a:rPr>
              <a:t>Hence, the diodes operate as an uncontrollable switch.</a:t>
            </a:r>
          </a:p>
        </p:txBody>
      </p:sp>
    </p:spTree>
    <p:extLst>
      <p:ext uri="{BB962C8B-B14F-4D97-AF65-F5344CB8AC3E}">
        <p14:creationId xmlns:p14="http://schemas.microsoft.com/office/powerpoint/2010/main" val="2952918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213E4-EE90-F5D2-4FB8-642B27AB1F2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03E33B5-E2DB-4D8B-04FF-BEB6BE97417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2248C188-A969-0925-F3E1-98DFE7674EF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CFC96395-F4D0-640E-9001-050CF73E527C}"/>
              </a:ext>
            </a:extLst>
          </p:cNvPr>
          <p:cNvSpPr>
            <a:spLocks noChangeArrowheads="1"/>
          </p:cNvSpPr>
          <p:nvPr>
            <p:custDataLst>
              <p:tags r:id="R652e05a9c23c4ffe"/>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ts val="0"/>
              </a:spcBef>
              <a:buNone/>
            </a:pPr>
            <a:r>
              <a:rPr lang="en-IN" sz="2400" b="1" dirty="0">
                <a:solidFill>
                  <a:schemeClr val="bg1"/>
                </a:solidFill>
                <a:latin typeface="+mj-lt"/>
                <a:cs typeface="+mn-cs"/>
              </a:rPr>
              <a:t>RECTIFIER</a:t>
            </a:r>
          </a:p>
        </p:txBody>
      </p:sp>
      <p:sp>
        <p:nvSpPr>
          <p:cNvPr id="6" name="TextBox 5">
            <a:extLst>
              <a:ext uri="{FF2B5EF4-FFF2-40B4-BE49-F238E27FC236}">
                <a16:creationId xmlns:a16="http://schemas.microsoft.com/office/drawing/2014/main" id="{CC1F3C9E-253F-35B9-FA21-8280FDF756AA}"/>
              </a:ext>
            </a:extLst>
          </p:cNvPr>
          <p:cNvSpPr txBox="1"/>
          <p:nvPr/>
        </p:nvSpPr>
        <p:spPr>
          <a:xfrm>
            <a:off x="801384" y="2280009"/>
            <a:ext cx="7284378" cy="1446550"/>
          </a:xfrm>
          <a:prstGeom prst="rect">
            <a:avLst/>
          </a:prstGeom>
          <a:noFill/>
        </p:spPr>
        <p:txBody>
          <a:bodyPr wrap="square">
            <a:spAutoFit/>
          </a:bodyPr>
          <a:lstStyle/>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200" i="0" u="none" strike="noStrike" kern="1200" cap="none" spc="0" normalizeH="0" baseline="0" noProof="0" dirty="0">
                <a:ln>
                  <a:noFill/>
                </a:ln>
                <a:solidFill>
                  <a:prstClr val="black"/>
                </a:solidFill>
                <a:effectLst/>
                <a:uLnTx/>
                <a:uFillTx/>
                <a:latin typeface="Calibri" panose="020F0502020204030204"/>
                <a:ea typeface="+mn-ea"/>
                <a:cs typeface="+mn-cs"/>
              </a:rPr>
              <a:t>A rectifier is an electrical device that converts alternating current (AC), which periodically reverses direction, to direct current (DC), which is in only one direction, a process known as rectification.</a:t>
            </a:r>
          </a:p>
        </p:txBody>
      </p:sp>
    </p:spTree>
    <p:extLst>
      <p:ext uri="{BB962C8B-B14F-4D97-AF65-F5344CB8AC3E}">
        <p14:creationId xmlns:p14="http://schemas.microsoft.com/office/powerpoint/2010/main" val="3274853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41DB5-13AF-F0A5-73C8-3E0F2788B3F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EADCF5B-31A5-F4E6-1F3F-9F98B4AEFEDF}"/>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71779EF2-7CDF-106B-3340-EC2412222FE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C5755AF-2C1F-E3C8-241A-0044960BD05D}"/>
              </a:ext>
            </a:extLst>
          </p:cNvPr>
          <p:cNvSpPr>
            <a:spLocks noChangeArrowheads="1"/>
          </p:cNvSpPr>
          <p:nvPr>
            <p:custDataLst>
              <p:tags r:id="R6845178cec9e4093"/>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ts val="0"/>
              </a:spcBef>
              <a:buNone/>
            </a:pPr>
            <a:r>
              <a:rPr lang="en-IN" sz="2400" b="1" dirty="0">
                <a:solidFill>
                  <a:schemeClr val="bg1"/>
                </a:solidFill>
                <a:latin typeface="+mj-lt"/>
                <a:cs typeface="+mn-cs"/>
              </a:rPr>
              <a:t>TYPES OF RECTIFIERS</a:t>
            </a:r>
          </a:p>
        </p:txBody>
      </p:sp>
      <p:sp>
        <p:nvSpPr>
          <p:cNvPr id="6" name="TextBox 5">
            <a:extLst>
              <a:ext uri="{FF2B5EF4-FFF2-40B4-BE49-F238E27FC236}">
                <a16:creationId xmlns:a16="http://schemas.microsoft.com/office/drawing/2014/main" id="{B3F84BB3-53B5-1F69-9921-A259555F200F}"/>
              </a:ext>
            </a:extLst>
          </p:cNvPr>
          <p:cNvSpPr txBox="1"/>
          <p:nvPr/>
        </p:nvSpPr>
        <p:spPr>
          <a:xfrm>
            <a:off x="801384" y="2280009"/>
            <a:ext cx="7284378" cy="1785104"/>
          </a:xfrm>
          <a:prstGeom prst="rect">
            <a:avLst/>
          </a:prstGeom>
          <a:noFill/>
        </p:spPr>
        <p:txBody>
          <a:bodyPr wrap="square">
            <a:spAutoFit/>
          </a:bodyPr>
          <a:lstStyle/>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200" b="1" i="0" u="none" strike="noStrike" kern="1200" cap="none" spc="0" normalizeH="0" baseline="0" noProof="0" dirty="0">
                <a:ln>
                  <a:noFill/>
                </a:ln>
                <a:solidFill>
                  <a:prstClr val="black"/>
                </a:solidFill>
                <a:effectLst/>
                <a:uLnTx/>
                <a:uFillTx/>
                <a:latin typeface="Calibri" panose="020F0502020204030204"/>
                <a:ea typeface="+mn-ea"/>
                <a:cs typeface="+mn-cs"/>
              </a:rPr>
              <a:t>HALF WAVE RECTIFIER</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2200" b="1" dirty="0">
              <a:solidFill>
                <a:prstClr val="black"/>
              </a:solidFill>
              <a:latin typeface="Calibri" panose="020F0502020204030204"/>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200" b="1" i="0" u="none" strike="noStrike" kern="1200" cap="none" spc="0" normalizeH="0" baseline="0" noProof="0" dirty="0">
                <a:ln>
                  <a:noFill/>
                </a:ln>
                <a:solidFill>
                  <a:prstClr val="black"/>
                </a:solidFill>
                <a:effectLst/>
                <a:uLnTx/>
                <a:uFillTx/>
                <a:latin typeface="Calibri" panose="020F0502020204030204"/>
                <a:ea typeface="+mn-ea"/>
                <a:cs typeface="+mn-cs"/>
              </a:rPr>
              <a:t>FULL WAVE RECTIFIER</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2200" b="1" dirty="0">
              <a:solidFill>
                <a:prstClr val="black"/>
              </a:solidFill>
              <a:latin typeface="Calibri" panose="020F0502020204030204"/>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200" b="1" i="0" u="none" strike="noStrike" kern="1200" cap="none" spc="0" normalizeH="0" baseline="0" noProof="0" dirty="0">
                <a:ln>
                  <a:noFill/>
                </a:ln>
                <a:solidFill>
                  <a:prstClr val="black"/>
                </a:solidFill>
                <a:effectLst/>
                <a:uLnTx/>
                <a:uFillTx/>
                <a:latin typeface="Calibri" panose="020F0502020204030204"/>
                <a:ea typeface="+mn-ea"/>
                <a:cs typeface="+mn-cs"/>
              </a:rPr>
              <a:t>BRIDGE RECTIFIER</a:t>
            </a:r>
          </a:p>
        </p:txBody>
      </p:sp>
    </p:spTree>
    <p:extLst>
      <p:ext uri="{BB962C8B-B14F-4D97-AF65-F5344CB8AC3E}">
        <p14:creationId xmlns:p14="http://schemas.microsoft.com/office/powerpoint/2010/main" val="3671426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3B384-94BA-FAE7-9926-73713233825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E8745CA-40C0-8D91-B646-AA26D5F99528}"/>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52E5C092-D803-7BBD-51DD-E149A2058CF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56E9C1A1-5E16-7D08-6CBC-DFD91A8A903E}"/>
              </a:ext>
            </a:extLst>
          </p:cNvPr>
          <p:cNvSpPr>
            <a:spLocks noChangeArrowheads="1"/>
          </p:cNvSpPr>
          <p:nvPr>
            <p:custDataLst>
              <p:tags r:id="R4b71ffe88aa2406a"/>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lgn="just">
              <a:spcBef>
                <a:spcPts val="0"/>
              </a:spcBef>
              <a:buNone/>
              <a:defRPr/>
            </a:pPr>
            <a:r>
              <a:rPr lang="en-IN" sz="2400" b="1" dirty="0">
                <a:solidFill>
                  <a:schemeClr val="bg1"/>
                </a:solidFill>
                <a:latin typeface="+mj-lt"/>
              </a:rPr>
              <a:t>HALF WAVE RECTIFIER</a:t>
            </a:r>
          </a:p>
        </p:txBody>
      </p:sp>
      <p:pic>
        <p:nvPicPr>
          <p:cNvPr id="3" name="Picture 2">
            <a:extLst>
              <a:ext uri="{FF2B5EF4-FFF2-40B4-BE49-F238E27FC236}">
                <a16:creationId xmlns:a16="http://schemas.microsoft.com/office/drawing/2014/main" id="{351CF059-9073-A5C7-0D46-458F7A2508AB}"/>
              </a:ext>
            </a:extLst>
          </p:cNvPr>
          <p:cNvPicPr>
            <a:picLocks noChangeAspect="1"/>
          </p:cNvPicPr>
          <p:nvPr/>
        </p:nvPicPr>
        <p:blipFill>
          <a:blip r:embed="R16aa7bf3a3424852"/>
          <a:stretch>
            <a:fillRect/>
          </a:stretch>
        </p:blipFill>
        <p:spPr>
          <a:xfrm>
            <a:off x="304430" y="2319432"/>
            <a:ext cx="8535140" cy="2219136"/>
          </a:xfrm>
          <a:prstGeom prst="rect">
            <a:avLst/>
          </a:prstGeom>
        </p:spPr>
      </p:pic>
    </p:spTree>
    <p:extLst>
      <p:ext uri="{BB962C8B-B14F-4D97-AF65-F5344CB8AC3E}">
        <p14:creationId xmlns:p14="http://schemas.microsoft.com/office/powerpoint/2010/main" val="842181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4" y="1955845"/>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03478" y="2256535"/>
            <a:ext cx="7887578" cy="630942"/>
          </a:xfrm>
          <a:prstGeom prst="rect">
            <a:avLst/>
          </a:prstGeom>
        </p:spPr>
        <p:txBody>
          <a:bodyPr wrap="square">
            <a:spAutoFit/>
          </a:bodyPr>
          <a:lstStyle/>
          <a:p>
            <a:pPr algn="ctr"/>
            <a:r>
              <a:rPr lang="en-US" sz="3500" dirty="0">
                <a:solidFill>
                  <a:schemeClr val="bg1"/>
                </a:solidFill>
                <a:latin typeface="+mj-lt"/>
                <a:ea typeface="Calibri" panose="020F0502020204030204" pitchFamily="34" charset="0"/>
                <a:cs typeface="Times New Roman" panose="02020603050405020304" pitchFamily="18" charset="0"/>
              </a:rPr>
              <a:t>DIODE AND TRANSISTORS</a:t>
            </a:r>
          </a:p>
        </p:txBody>
      </p:sp>
      <p:sp>
        <p:nvSpPr>
          <p:cNvPr id="7" name="Rectangle 6"/>
          <p:cNvSpPr/>
          <p:nvPr/>
        </p:nvSpPr>
        <p:spPr>
          <a:xfrm>
            <a:off x="342741" y="5601409"/>
            <a:ext cx="3832829" cy="323165"/>
          </a:xfrm>
          <a:prstGeom prst="rect">
            <a:avLst/>
          </a:prstGeom>
        </p:spPr>
        <p:txBody>
          <a:bodyPr wrap="square">
            <a:spAutoFit/>
          </a:bodyPr>
          <a:lstStyle/>
          <a:p>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056D2D65-FF19-92B6-7910-30838DFA4D4A}"/>
              </a:ext>
            </a:extLst>
          </p:cNvPr>
          <p:cNvSpPr txBox="1"/>
          <p:nvPr/>
        </p:nvSpPr>
        <p:spPr>
          <a:xfrm>
            <a:off x="107879" y="5601409"/>
            <a:ext cx="4572000" cy="98488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Dr. Shubhrajyoti Kundu</a:t>
            </a:r>
            <a:br>
              <a:rPr kumimoji="0" lang="en-US" sz="1058"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r>
              <a:rPr kumimoji="0" lang="en-US"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Assistant Professor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Electrical Engineering</a:t>
            </a:r>
            <a:endParaRPr lang="en-IN" dirty="0"/>
          </a:p>
        </p:txBody>
      </p:sp>
    </p:spTree>
    <p:extLst>
      <p:ext uri="{BB962C8B-B14F-4D97-AF65-F5344CB8AC3E}">
        <p14:creationId xmlns:p14="http://schemas.microsoft.com/office/powerpoint/2010/main" val="4266123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31076" y="1778284"/>
            <a:ext cx="6074228" cy="3108543"/>
          </a:xfrm>
          <a:prstGeom prst="rect">
            <a:avLst/>
          </a:prstGeom>
          <a:noFill/>
        </p:spPr>
        <p:txBody>
          <a:bodyPr wrap="square">
            <a:spAutoFit/>
          </a:bodyPr>
          <a:lstStyle/>
          <a:p>
            <a:r>
              <a:rPr lang="en-US" b="1" dirty="0">
                <a:solidFill>
                  <a:schemeClr val="bg1"/>
                </a:solidFill>
              </a:rPr>
              <a:t>Content </a:t>
            </a:r>
          </a:p>
          <a:p>
            <a:endParaRPr lang="en-US" dirty="0"/>
          </a:p>
          <a:p>
            <a:pPr marL="342900" indent="-342900">
              <a:buAutoNum type="arabicPeriod"/>
            </a:pPr>
            <a:r>
              <a:rPr lang="en-US" sz="2200" dirty="0"/>
              <a:t>Full Wave Rectifier                                                   3                                                                     </a:t>
            </a:r>
          </a:p>
          <a:p>
            <a:pPr marL="342900" indent="-342900">
              <a:buAutoNum type="arabicPeriod"/>
            </a:pPr>
            <a:endParaRPr lang="en-US" sz="2200" dirty="0"/>
          </a:p>
          <a:p>
            <a:pPr marL="342900" indent="-342900">
              <a:buAutoNum type="arabicPeriod"/>
            </a:pPr>
            <a:r>
              <a:rPr lang="en-US" sz="2200" dirty="0"/>
              <a:t>Bridge Rectifier                                                         7                                                                    </a:t>
            </a:r>
          </a:p>
          <a:p>
            <a:endParaRPr lang="en-US" sz="2200"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278835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CF04F-DB71-D842-0F18-499B04C57DF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B14C6F9-5F0C-71B5-0284-180C5A221E1E}"/>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853AAA2C-43F4-4E79-7AAF-AD0D1F96661A}"/>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BABE66F8-3C79-971E-B7A7-D0AC50761B9A}"/>
              </a:ext>
            </a:extLst>
          </p:cNvPr>
          <p:cNvSpPr>
            <a:spLocks noChangeArrowheads="1"/>
          </p:cNvSpPr>
          <p:nvPr>
            <p:custDataLst>
              <p:tags r:id="R2498cb1a3c434e57"/>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lgn="just">
              <a:spcBef>
                <a:spcPts val="0"/>
              </a:spcBef>
              <a:buNone/>
              <a:defRPr/>
            </a:pPr>
            <a:r>
              <a:rPr lang="en-IN" sz="2400" b="1" dirty="0">
                <a:solidFill>
                  <a:schemeClr val="bg1"/>
                </a:solidFill>
                <a:latin typeface="+mj-lt"/>
              </a:rPr>
              <a:t>FULL WAVE RECTIFIER</a:t>
            </a:r>
          </a:p>
        </p:txBody>
      </p:sp>
      <p:sp>
        <p:nvSpPr>
          <p:cNvPr id="5" name="TextBox 11">
            <a:extLst>
              <a:ext uri="{FF2B5EF4-FFF2-40B4-BE49-F238E27FC236}">
                <a16:creationId xmlns:a16="http://schemas.microsoft.com/office/drawing/2014/main" id="{D3E79F91-828E-3216-CAC7-1A8F2F7453FA}"/>
              </a:ext>
            </a:extLst>
          </p:cNvPr>
          <p:cNvSpPr txBox="1">
            <a:spLocks noChangeArrowheads="1"/>
          </p:cNvSpPr>
          <p:nvPr/>
        </p:nvSpPr>
        <p:spPr bwMode="auto">
          <a:xfrm>
            <a:off x="446942" y="2021908"/>
            <a:ext cx="8389937" cy="4379913"/>
          </a:xfrm>
          <a:prstGeom prst="rect">
            <a:avLst/>
          </a:prstGeom>
          <a:no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just" defTabSz="914400" eaLnBrk="0" fontAlgn="base" hangingPunct="0">
              <a:spcBef>
                <a:spcPct val="0"/>
              </a:spcBef>
              <a:spcAft>
                <a:spcPct val="0"/>
              </a:spcAft>
              <a:buFont typeface="Arial" panose="020B0604020202020204" pitchFamily="34" charset="0"/>
              <a:buNone/>
              <a:defRPr/>
            </a:pPr>
            <a:r>
              <a:rPr lang="en-IN" sz="1800" b="1" dirty="0">
                <a:solidFill>
                  <a:prstClr val="black"/>
                </a:solidFill>
                <a:latin typeface="+mn-lt"/>
                <a:ea typeface="Calibri" panose="020F0502020204030204" pitchFamily="34" charset="0"/>
                <a:cs typeface="Times New Roman" panose="02020603050405020304" pitchFamily="18" charset="0"/>
              </a:rPr>
              <a:t>What Is Full Wave Rectifier?</a:t>
            </a:r>
            <a:endParaRPr lang="en-IN" sz="1800" dirty="0">
              <a:solidFill>
                <a:prstClr val="black"/>
              </a:solidFill>
              <a:latin typeface="+mn-lt"/>
              <a:ea typeface="Calibri" panose="020F0502020204030204" pitchFamily="34" charset="0"/>
              <a:cs typeface="Times New Roman" panose="02020603050405020304" pitchFamily="18" charset="0"/>
            </a:endParaRPr>
          </a:p>
          <a:p>
            <a:pPr marL="285750" indent="-285750" algn="just" defTabSz="914400" eaLnBrk="0" fontAlgn="base" hangingPunct="0">
              <a:lnSpc>
                <a:spcPct val="107000"/>
              </a:lnSpc>
              <a:spcAft>
                <a:spcPts val="800"/>
              </a:spcAft>
              <a:buFont typeface="Wingdings" panose="05000000000000000000" pitchFamily="2" charset="2"/>
              <a:buChar char="v"/>
              <a:defRPr/>
            </a:pPr>
            <a:r>
              <a:rPr lang="en-IN" sz="1800" dirty="0">
                <a:solidFill>
                  <a:prstClr val="black"/>
                </a:solidFill>
                <a:latin typeface="+mn-lt"/>
                <a:ea typeface="Calibri" panose="020F0502020204030204" pitchFamily="34" charset="0"/>
                <a:cs typeface="Times New Roman" panose="02020603050405020304" pitchFamily="18" charset="0"/>
              </a:rPr>
              <a:t>Electric circuits that convert AC to DC are known as rectifiers. Rectifiers are classified into two types as Half Wave Rectifiers and Full Wave Rectifiers. Significant power is lost while using a half-wave rectifier and is not feasible for applications that need a smooth and steady supply. For a more smooth and steady supply, we use the full wave rectifiers. In this article, we will be looking into the working and characteristics of a full wave rectifier.</a:t>
            </a:r>
          </a:p>
          <a:p>
            <a:pPr marL="285750" indent="-285750" algn="just" defTabSz="914400" eaLnBrk="0" fontAlgn="base" hangingPunct="0">
              <a:lnSpc>
                <a:spcPct val="107000"/>
              </a:lnSpc>
              <a:spcAft>
                <a:spcPts val="800"/>
              </a:spcAft>
              <a:buFont typeface="Wingdings" panose="05000000000000000000" pitchFamily="2" charset="2"/>
              <a:buChar char="v"/>
              <a:defRPr/>
            </a:pPr>
            <a:r>
              <a:rPr lang="en-IN" sz="1800" dirty="0">
                <a:solidFill>
                  <a:prstClr val="black"/>
                </a:solidFill>
                <a:latin typeface="+mn-lt"/>
                <a:ea typeface="Calibri" panose="020F0502020204030204" pitchFamily="34" charset="0"/>
                <a:cs typeface="Times New Roman" panose="02020603050405020304" pitchFamily="18" charset="0"/>
              </a:rPr>
              <a:t>A full wave rectifier is defined as a rectifier that converts the complete cycle of alternating current into pulsating DC.</a:t>
            </a:r>
          </a:p>
          <a:p>
            <a:pPr marL="285750" indent="-285750" algn="just" defTabSz="914400" eaLnBrk="0" fontAlgn="base" hangingPunct="0">
              <a:lnSpc>
                <a:spcPct val="107000"/>
              </a:lnSpc>
              <a:spcAft>
                <a:spcPts val="800"/>
              </a:spcAft>
              <a:buFont typeface="Wingdings" panose="05000000000000000000" pitchFamily="2" charset="2"/>
              <a:buChar char="v"/>
              <a:defRPr/>
            </a:pPr>
            <a:r>
              <a:rPr lang="en-IN" sz="1800" dirty="0">
                <a:solidFill>
                  <a:prstClr val="black"/>
                </a:solidFill>
                <a:latin typeface="+mn-lt"/>
                <a:ea typeface="Calibri" panose="020F0502020204030204" pitchFamily="34" charset="0"/>
                <a:cs typeface="Times New Roman" panose="02020603050405020304" pitchFamily="18" charset="0"/>
              </a:rPr>
              <a:t>Unlike halfwave rectifiers that utilize only the halfwave of the input AC cycle, full wave rectifiers utilize the full cycle. The lower efficiency of the half wave rectifier can be overcome by the full wave rectifier.</a:t>
            </a:r>
          </a:p>
          <a:p>
            <a:pPr algn="just" defTabSz="914400" eaLnBrk="0" fontAlgn="base" hangingPunct="0">
              <a:spcBef>
                <a:spcPct val="0"/>
              </a:spcBef>
              <a:spcAft>
                <a:spcPct val="0"/>
              </a:spcAft>
              <a:buFontTx/>
              <a:buNone/>
              <a:defRPr/>
            </a:pPr>
            <a:endParaRPr lang="en-US" sz="1800" dirty="0">
              <a:solidFill>
                <a:prstClr val="black"/>
              </a:solidFill>
              <a:latin typeface="Arial" panose="020B0604020202020204" pitchFamily="34" charset="0"/>
            </a:endParaRPr>
          </a:p>
        </p:txBody>
      </p:sp>
    </p:spTree>
    <p:extLst>
      <p:ext uri="{BB962C8B-B14F-4D97-AF65-F5344CB8AC3E}">
        <p14:creationId xmlns:p14="http://schemas.microsoft.com/office/powerpoint/2010/main" val="1166085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DD555-56C3-D9AF-5E4C-D84C93EE0F9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1AD728A-8551-4294-A852-1869B0F8730F}"/>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79BD71F0-1CB5-198A-7F5C-34136872D35D}"/>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8C1C00DF-2B3C-5C19-0145-30CA472ED301}"/>
              </a:ext>
            </a:extLst>
          </p:cNvPr>
          <p:cNvSpPr>
            <a:spLocks noChangeArrowheads="1"/>
          </p:cNvSpPr>
          <p:nvPr>
            <p:custDataLst>
              <p:tags r:id="R854637546f674594"/>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lgn="just">
              <a:spcBef>
                <a:spcPts val="0"/>
              </a:spcBef>
              <a:buNone/>
              <a:defRPr/>
            </a:pPr>
            <a:r>
              <a:rPr lang="en-IN" sz="2400" b="1" dirty="0">
                <a:solidFill>
                  <a:schemeClr val="bg1"/>
                </a:solidFill>
                <a:latin typeface="+mj-lt"/>
              </a:rPr>
              <a:t>FULL WAVE RECTIFIER CIRCUIT  </a:t>
            </a:r>
          </a:p>
        </p:txBody>
      </p:sp>
      <p:pic>
        <p:nvPicPr>
          <p:cNvPr id="3" name="Picture 1">
            <a:extLst>
              <a:ext uri="{FF2B5EF4-FFF2-40B4-BE49-F238E27FC236}">
                <a16:creationId xmlns:a16="http://schemas.microsoft.com/office/drawing/2014/main" id="{BFF234B2-51D8-AE7E-C2C1-CF6418E0569C}"/>
              </a:ext>
            </a:extLst>
          </p:cNvPr>
          <p:cNvPicPr>
            <a:picLocks noChangeAspect="1" noChangeArrowheads="1"/>
          </p:cNvPicPr>
          <p:nvPr/>
        </p:nvPicPr>
        <p:blipFill>
          <a:blip r:embed="R16d93cfe7d0f4807">
            <a:extLst>
              <a:ext uri="{28A0092B-C50C-407E-A947-70E740481C1C}">
                <a14:useLocalDpi xmlns:a14="http://schemas.microsoft.com/office/drawing/2010/main" val="0"/>
              </a:ext>
            </a:extLst>
          </a:blip>
          <a:srcRect b="9729"/>
          <a:stretch>
            <a:fillRect/>
          </a:stretch>
        </p:blipFill>
        <p:spPr bwMode="auto">
          <a:xfrm>
            <a:off x="942012" y="2021908"/>
            <a:ext cx="7143750" cy="430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95927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FE280-D8D3-2D73-E361-8F3AF2C4FB6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F205BA1-71DD-28CC-F470-92A05B3CDFFE}"/>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CEB965F1-DCD1-EF02-13E2-E36271454CE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8988C7F1-74C4-07F9-FE84-543B007507AC}"/>
              </a:ext>
            </a:extLst>
          </p:cNvPr>
          <p:cNvSpPr>
            <a:spLocks noChangeArrowheads="1"/>
          </p:cNvSpPr>
          <p:nvPr>
            <p:custDataLst>
              <p:tags r:id="R42f6e5e6a9a64aca"/>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defTabSz="914400" eaLnBrk="0" fontAlgn="base" hangingPunct="0">
              <a:spcBef>
                <a:spcPct val="0"/>
              </a:spcBef>
              <a:spcAft>
                <a:spcPct val="0"/>
              </a:spcAft>
              <a:buNone/>
            </a:pPr>
            <a:r>
              <a:rPr lang="en-US" altLang="en-US" sz="2400" b="1" dirty="0">
                <a:solidFill>
                  <a:srgbClr val="FFFFFF"/>
                </a:solidFill>
                <a:latin typeface="+mj-lt"/>
              </a:rPr>
              <a:t>Working Principle</a:t>
            </a:r>
          </a:p>
        </p:txBody>
      </p:sp>
      <p:sp>
        <p:nvSpPr>
          <p:cNvPr id="6" name="TextBox 5">
            <a:extLst>
              <a:ext uri="{FF2B5EF4-FFF2-40B4-BE49-F238E27FC236}">
                <a16:creationId xmlns:a16="http://schemas.microsoft.com/office/drawing/2014/main" id="{BF615EF6-33FC-CC34-4BEA-DA101958E63B}"/>
              </a:ext>
            </a:extLst>
          </p:cNvPr>
          <p:cNvSpPr txBox="1"/>
          <p:nvPr/>
        </p:nvSpPr>
        <p:spPr>
          <a:xfrm>
            <a:off x="729466" y="2474000"/>
            <a:ext cx="7356296" cy="3145413"/>
          </a:xfrm>
          <a:prstGeom prst="rect">
            <a:avLst/>
          </a:prstGeom>
          <a:noFill/>
        </p:spPr>
        <p:txBody>
          <a:bodyPr wrap="square">
            <a:spAutoFit/>
          </a:bodyPr>
          <a:lstStyle/>
          <a:p>
            <a:pPr marL="285750" indent="-285750" algn="just">
              <a:lnSpc>
                <a:spcPct val="107000"/>
              </a:lnSpc>
              <a:spcAft>
                <a:spcPts val="800"/>
              </a:spcAft>
              <a:buFont typeface="Wingdings" panose="05000000000000000000" pitchFamily="2" charset="2"/>
              <a:buChar char="v"/>
              <a:defRPr/>
            </a:pPr>
            <a:r>
              <a:rPr lang="en-IN" dirty="0">
                <a:ea typeface="Calibri" panose="020F0502020204030204" pitchFamily="34" charset="0"/>
                <a:cs typeface="Times New Roman" panose="02020603050405020304" pitchFamily="18" charset="0"/>
              </a:rPr>
              <a:t>During the positive half cycle, diode D1 is forward biased as it is connected to the top of the secondary winding while diode D2 is reverse biased as it is connected to the bottom of the secondary winding. Due to this, diode D1 will conduct acting as a short circuit and D2 will not conduct acting as an open circuit</a:t>
            </a:r>
          </a:p>
          <a:p>
            <a:pPr marL="285750" indent="-285750" algn="just">
              <a:lnSpc>
                <a:spcPct val="107000"/>
              </a:lnSpc>
              <a:spcAft>
                <a:spcPts val="800"/>
              </a:spcAft>
              <a:buFont typeface="Wingdings" panose="05000000000000000000" pitchFamily="2" charset="2"/>
              <a:buChar char="v"/>
              <a:defRPr/>
            </a:pPr>
            <a:r>
              <a:rPr lang="en-IN" dirty="0">
                <a:ea typeface="Calibri" panose="020F0502020204030204" pitchFamily="34" charset="0"/>
                <a:cs typeface="Times New Roman" panose="02020603050405020304" pitchFamily="18" charset="0"/>
              </a:rPr>
              <a:t>During the negative half cycle, the diode D1 is reverse biased and the diode D2 is forward biased because the top half of the secondary circuit becomes negative and the bottom half of the circuit becomes positive. Thus in a full wave rectifiers, DC voltage is obtained for both positive and negative half cycle.</a:t>
            </a:r>
          </a:p>
        </p:txBody>
      </p:sp>
    </p:spTree>
    <p:extLst>
      <p:ext uri="{BB962C8B-B14F-4D97-AF65-F5344CB8AC3E}">
        <p14:creationId xmlns:p14="http://schemas.microsoft.com/office/powerpoint/2010/main" val="21244264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C8971-4313-D927-7DC0-F2D8F3E20A2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76C37CB-83D8-F212-353B-6438D814F3D6}"/>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F5B684E-67AD-E479-0E41-0E0063D941DD}"/>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2175641B-9993-D282-EA9C-F9C85626096B}"/>
              </a:ext>
            </a:extLst>
          </p:cNvPr>
          <p:cNvSpPr>
            <a:spLocks noChangeArrowheads="1"/>
          </p:cNvSpPr>
          <p:nvPr>
            <p:custDataLst>
              <p:tags r:id="R9e929b5206194533"/>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defRPr/>
            </a:pPr>
            <a:r>
              <a:rPr lang="en-IN" sz="2400" b="1" dirty="0">
                <a:solidFill>
                  <a:schemeClr val="bg1"/>
                </a:solidFill>
                <a:latin typeface="+mj-lt"/>
                <a:ea typeface="Calibri" panose="020F0502020204030204" pitchFamily="34" charset="0"/>
                <a:cs typeface="Times New Roman" panose="02020603050405020304" pitchFamily="18" charset="0"/>
              </a:rPr>
              <a:t>BRIDGE RECTIFIER</a:t>
            </a:r>
            <a:r>
              <a:rPr lang="en-IN" sz="2400" kern="1800" dirty="0">
                <a:solidFill>
                  <a:schemeClr val="bg1"/>
                </a:solidFill>
                <a:latin typeface="+mj-lt"/>
                <a:ea typeface="Times New Roman" panose="02020603050405020304" pitchFamily="18" charset="0"/>
                <a:cs typeface="Times New Roman" panose="02020603050405020304" pitchFamily="18" charset="0"/>
              </a:rPr>
              <a:t> </a:t>
            </a:r>
            <a:endParaRPr lang="en-IN" sz="2400" dirty="0">
              <a:solidFill>
                <a:schemeClr val="bg1"/>
              </a:solidFill>
              <a:latin typeface="+mj-lt"/>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B439606C-03EC-5D06-11DC-BE48D030EBE8}"/>
              </a:ext>
            </a:extLst>
          </p:cNvPr>
          <p:cNvSpPr txBox="1"/>
          <p:nvPr/>
        </p:nvSpPr>
        <p:spPr>
          <a:xfrm>
            <a:off x="729466" y="1844211"/>
            <a:ext cx="7356296" cy="4445256"/>
          </a:xfrm>
          <a:prstGeom prst="rect">
            <a:avLst/>
          </a:prstGeom>
          <a:noFill/>
        </p:spPr>
        <p:txBody>
          <a:bodyPr wrap="square">
            <a:spAutoFit/>
          </a:bodyPr>
          <a:lstStyle/>
          <a:p>
            <a:pPr algn="just">
              <a:lnSpc>
                <a:spcPct val="200000"/>
              </a:lnSpc>
              <a:spcAft>
                <a:spcPts val="800"/>
              </a:spcAft>
              <a:buFont typeface="Arial" panose="020B0604020202020204" pitchFamily="34" charset="0"/>
              <a:buNone/>
            </a:pPr>
            <a:r>
              <a:rPr lang="en-IN" altLang="en-US" sz="1800" dirty="0">
                <a:cs typeface="Times New Roman" panose="02020603050405020304" pitchFamily="18" charset="0"/>
              </a:rPr>
              <a:t>Many electronic circuits require a rectified DC power supply to power various electronic basic components from the available AC mains supply. Rectifiers are used to convert an AC power to a DC power. Among the rectifiers, the bridge rectifier is the most efficient rectifier circuit. We can define bridge rectifiers as a type of full-wave rectifier that uses four or more diodes in a bridge circuit configuration to efficiently convert alternating (AC) current to a direct (DC) current. In the next few sections, let us learn more about its construction, working, and more.</a:t>
            </a:r>
            <a:endParaRPr lang="en-IN" altLang="en-US" sz="18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850899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35BCC-3C2F-840F-9116-829D7F1E982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8823925-9E78-AD25-D7C8-ABE0996BCB3F}"/>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2C85625-114A-EEAE-64FB-7888C38DEFED}"/>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FCFE4C35-3F11-7785-5176-4325345EEE4B}"/>
              </a:ext>
            </a:extLst>
          </p:cNvPr>
          <p:cNvSpPr>
            <a:spLocks noChangeArrowheads="1"/>
          </p:cNvSpPr>
          <p:nvPr>
            <p:custDataLst>
              <p:tags r:id="R3be58038ad9c486c"/>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defRPr/>
            </a:pPr>
            <a:r>
              <a:rPr lang="en-IN" sz="2400" b="1" dirty="0">
                <a:solidFill>
                  <a:schemeClr val="bg1"/>
                </a:solidFill>
                <a:latin typeface="+mj-lt"/>
                <a:ea typeface="Calibri" panose="020F0502020204030204" pitchFamily="34" charset="0"/>
                <a:cs typeface="Times New Roman" panose="02020603050405020304" pitchFamily="18" charset="0"/>
              </a:rPr>
              <a:t>BRIDGE RECTIFIER CIRCUIT</a:t>
            </a:r>
            <a:r>
              <a:rPr lang="en-IN" sz="2400" kern="1800" dirty="0">
                <a:solidFill>
                  <a:schemeClr val="bg1"/>
                </a:solidFill>
                <a:latin typeface="+mj-lt"/>
                <a:ea typeface="Times New Roman" panose="02020603050405020304" pitchFamily="18" charset="0"/>
                <a:cs typeface="Times New Roman" panose="02020603050405020304" pitchFamily="18" charset="0"/>
              </a:rPr>
              <a:t> </a:t>
            </a:r>
            <a:endParaRPr lang="en-IN" sz="2400" dirty="0">
              <a:solidFill>
                <a:schemeClr val="bg1"/>
              </a:solidFill>
              <a:latin typeface="+mj-lt"/>
              <a:ea typeface="Calibri" panose="020F0502020204030204" pitchFamily="34" charset="0"/>
              <a:cs typeface="Times New Roman" panose="02020603050405020304" pitchFamily="18" charset="0"/>
            </a:endParaRPr>
          </a:p>
        </p:txBody>
      </p:sp>
      <p:pic>
        <p:nvPicPr>
          <p:cNvPr id="3" name="Picture 1">
            <a:extLst>
              <a:ext uri="{FF2B5EF4-FFF2-40B4-BE49-F238E27FC236}">
                <a16:creationId xmlns:a16="http://schemas.microsoft.com/office/drawing/2014/main" id="{9CE008E7-ED50-E2A4-1BC4-BA2691469297}"/>
              </a:ext>
            </a:extLst>
          </p:cNvPr>
          <p:cNvPicPr>
            <a:picLocks noChangeAspect="1" noChangeArrowheads="1"/>
          </p:cNvPicPr>
          <p:nvPr/>
        </p:nvPicPr>
        <p:blipFill>
          <a:blip r:embed="Rf501af2cb09e4f98">
            <a:extLst>
              <a:ext uri="{28A0092B-C50C-407E-A947-70E740481C1C}">
                <a14:useLocalDpi xmlns:a14="http://schemas.microsoft.com/office/drawing/2010/main" val="0"/>
              </a:ext>
            </a:extLst>
          </a:blip>
          <a:srcRect t="2229" b="14014"/>
          <a:stretch>
            <a:fillRect/>
          </a:stretch>
        </p:blipFill>
        <p:spPr bwMode="auto">
          <a:xfrm>
            <a:off x="1835150" y="2021908"/>
            <a:ext cx="5473700" cy="396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02715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8A251-C431-9FA1-749B-70F7ACEBFAD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9584C0D-ECCE-7C84-ADE0-655112A97BB8}"/>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E604E43E-748B-1F8C-74A5-26BD68629AE6}"/>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08200538-0445-7209-0C95-7F6A2A8F3D08}"/>
              </a:ext>
            </a:extLst>
          </p:cNvPr>
          <p:cNvSpPr>
            <a:spLocks noChangeArrowheads="1"/>
          </p:cNvSpPr>
          <p:nvPr>
            <p:custDataLst>
              <p:tags r:id="R393b9e9a588f4bdd"/>
            </p:custDataLst>
          </p:nvPr>
        </p:nvSpPr>
        <p:spPr bwMode="auto">
          <a:xfrm>
            <a:off x="729465" y="1201274"/>
            <a:ext cx="7356297" cy="642937"/>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defRPr/>
            </a:pPr>
            <a:r>
              <a:rPr lang="en-IN" sz="2400" b="1" dirty="0">
                <a:solidFill>
                  <a:schemeClr val="bg1"/>
                </a:solidFill>
                <a:latin typeface="+mj-lt"/>
                <a:ea typeface="Calibri" panose="020F0502020204030204" pitchFamily="34" charset="0"/>
                <a:cs typeface="Times New Roman" panose="02020603050405020304" pitchFamily="18" charset="0"/>
              </a:rPr>
              <a:t>WORKING PRINCIPLE </a:t>
            </a:r>
            <a:r>
              <a:rPr lang="en-IN" sz="2400" kern="1800" dirty="0">
                <a:solidFill>
                  <a:schemeClr val="bg1"/>
                </a:solidFill>
                <a:latin typeface="+mj-lt"/>
                <a:ea typeface="Times New Roman" panose="02020603050405020304" pitchFamily="18" charset="0"/>
                <a:cs typeface="Times New Roman" panose="02020603050405020304" pitchFamily="18" charset="0"/>
              </a:rPr>
              <a:t> </a:t>
            </a:r>
            <a:endParaRPr lang="en-IN" sz="2400" dirty="0">
              <a:solidFill>
                <a:schemeClr val="bg1"/>
              </a:solidFill>
              <a:latin typeface="+mj-lt"/>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E86B09E5-1A39-2499-4386-BEFF2C317B7C}"/>
              </a:ext>
            </a:extLst>
          </p:cNvPr>
          <p:cNvSpPr txBox="1"/>
          <p:nvPr/>
        </p:nvSpPr>
        <p:spPr>
          <a:xfrm>
            <a:off x="729465" y="2375938"/>
            <a:ext cx="7191877" cy="3110275"/>
          </a:xfrm>
          <a:prstGeom prst="rect">
            <a:avLst/>
          </a:prstGeom>
          <a:noFill/>
        </p:spPr>
        <p:txBody>
          <a:bodyPr wrap="square">
            <a:spAutoFit/>
          </a:bodyPr>
          <a:lstStyle/>
          <a:p>
            <a:pPr algn="just">
              <a:lnSpc>
                <a:spcPct val="150000"/>
              </a:lnSpc>
              <a:spcBef>
                <a:spcPct val="0"/>
              </a:spcBef>
              <a:spcAft>
                <a:spcPts val="1200"/>
              </a:spcAft>
              <a:buFontTx/>
              <a:buNone/>
            </a:pPr>
            <a:r>
              <a:rPr lang="en-IN" altLang="en-US" sz="1800" dirty="0">
                <a:cs typeface="Times New Roman" panose="02020603050405020304" pitchFamily="18" charset="0"/>
              </a:rPr>
              <a:t>When an AC signal is applied across the bridge rectifier, terminal A becomes positive during the positive half cycle while terminal B becomes negative. This results in diodes D1 and D3 becoming forward biased while D2 and D4 becoming reverse biased.</a:t>
            </a:r>
          </a:p>
          <a:p>
            <a:pPr algn="just">
              <a:lnSpc>
                <a:spcPct val="150000"/>
              </a:lnSpc>
              <a:spcBef>
                <a:spcPct val="0"/>
              </a:spcBef>
              <a:spcAft>
                <a:spcPts val="1200"/>
              </a:spcAft>
              <a:buFontTx/>
              <a:buNone/>
            </a:pPr>
            <a:r>
              <a:rPr lang="en-IN" altLang="en-US" sz="1800" dirty="0">
                <a:ea typeface="Calibri" panose="020F0502020204030204" pitchFamily="34" charset="0"/>
                <a:cs typeface="Times New Roman" panose="02020603050405020304" pitchFamily="18" charset="0"/>
              </a:rPr>
              <a:t>During the negative half-cycle, terminal B becomes positive while terminal A becomes negative. This causes diodes D2 and D4 to become forward biased and diode D1 and D3 to be reverse biased.</a:t>
            </a:r>
            <a:endParaRPr lang="en-IN" altLang="en-US" sz="16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06907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9FB79-7289-D77E-F6AF-DDF601B28B9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3F2E24C-A5FC-9F31-D8CD-E6AA5B2FBD70}"/>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80BAAF7D-03BF-DF61-BA52-92A28349E01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BEFF0EF0-71A6-CE4E-3D01-782BB4E33538}"/>
              </a:ext>
            </a:extLst>
          </p:cNvPr>
          <p:cNvSpPr>
            <a:spLocks noChangeArrowheads="1"/>
          </p:cNvSpPr>
          <p:nvPr>
            <p:custDataLst>
              <p:tags r:id="R0b1e558abe6e448a"/>
            </p:custDataLst>
          </p:nvPr>
        </p:nvSpPr>
        <p:spPr bwMode="auto">
          <a:xfrm>
            <a:off x="729465" y="1201274"/>
            <a:ext cx="7356297"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lgn="ctr" defTabSz="914400" eaLnBrk="0" fontAlgn="base" hangingPunct="0">
              <a:lnSpc>
                <a:spcPct val="107000"/>
              </a:lnSpc>
              <a:spcBef>
                <a:spcPct val="0"/>
              </a:spcBef>
              <a:spcAft>
                <a:spcPts val="800"/>
              </a:spcAft>
              <a:buNone/>
            </a:pPr>
            <a:r>
              <a:rPr lang="en-IN" altLang="en-US" sz="2400" b="1" dirty="0">
                <a:solidFill>
                  <a:prstClr val="white"/>
                </a:solidFill>
                <a:latin typeface="+mj-lt"/>
                <a:ea typeface="Calibri" panose="020F0502020204030204" pitchFamily="34" charset="0"/>
                <a:cs typeface="Times New Roman" panose="02020603050405020304" pitchFamily="18" charset="0"/>
              </a:rPr>
              <a:t>BRIDGE RECTIFIER OUTPUT WAVEFORM</a:t>
            </a:r>
            <a:endParaRPr lang="en-IN" altLang="en-US" sz="2400" dirty="0">
              <a:solidFill>
                <a:prstClr val="white"/>
              </a:solidFill>
              <a:latin typeface="+mj-lt"/>
              <a:ea typeface="Calibri" panose="020F0502020204030204" pitchFamily="34" charset="0"/>
              <a:cs typeface="Times New Roman" panose="02020603050405020304" pitchFamily="18" charset="0"/>
            </a:endParaRPr>
          </a:p>
        </p:txBody>
      </p:sp>
      <p:pic>
        <p:nvPicPr>
          <p:cNvPr id="3" name="Picture 1">
            <a:extLst>
              <a:ext uri="{FF2B5EF4-FFF2-40B4-BE49-F238E27FC236}">
                <a16:creationId xmlns:a16="http://schemas.microsoft.com/office/drawing/2014/main" id="{701A95F9-6CD9-BE19-A13D-79568DC1F86B}"/>
              </a:ext>
            </a:extLst>
          </p:cNvPr>
          <p:cNvPicPr>
            <a:picLocks noChangeAspect="1" noChangeArrowheads="1"/>
          </p:cNvPicPr>
          <p:nvPr/>
        </p:nvPicPr>
        <p:blipFill>
          <a:blip r:embed="R0cf2698380504224">
            <a:extLst>
              <a:ext uri="{28A0092B-C50C-407E-A947-70E740481C1C}">
                <a14:useLocalDpi xmlns:a14="http://schemas.microsoft.com/office/drawing/2010/main" val="0"/>
              </a:ext>
            </a:extLst>
          </a:blip>
          <a:srcRect b="13861"/>
          <a:stretch>
            <a:fillRect/>
          </a:stretch>
        </p:blipFill>
        <p:spPr bwMode="auto">
          <a:xfrm>
            <a:off x="866775" y="2449513"/>
            <a:ext cx="7410450" cy="371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374937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4" y="1955845"/>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03478" y="2256535"/>
            <a:ext cx="7887578" cy="630942"/>
          </a:xfrm>
          <a:prstGeom prst="rect">
            <a:avLst/>
          </a:prstGeom>
        </p:spPr>
        <p:txBody>
          <a:bodyPr wrap="square">
            <a:spAutoFit/>
          </a:bodyPr>
          <a:lstStyle/>
          <a:p>
            <a:pPr algn="ctr"/>
            <a:r>
              <a:rPr lang="en-US" sz="3500" dirty="0">
                <a:solidFill>
                  <a:schemeClr val="bg1"/>
                </a:solidFill>
                <a:latin typeface="+mj-lt"/>
                <a:ea typeface="Calibri" panose="020F0502020204030204" pitchFamily="34" charset="0"/>
                <a:cs typeface="Times New Roman" panose="02020603050405020304" pitchFamily="18" charset="0"/>
              </a:rPr>
              <a:t>DIODE AND TRANSISTORS</a:t>
            </a:r>
          </a:p>
        </p:txBody>
      </p:sp>
      <p:sp>
        <p:nvSpPr>
          <p:cNvPr id="7" name="Rectangle 6"/>
          <p:cNvSpPr/>
          <p:nvPr/>
        </p:nvSpPr>
        <p:spPr>
          <a:xfrm>
            <a:off x="342741" y="5601409"/>
            <a:ext cx="3832829" cy="323165"/>
          </a:xfrm>
          <a:prstGeom prst="rect">
            <a:avLst/>
          </a:prstGeom>
        </p:spPr>
        <p:txBody>
          <a:bodyPr wrap="square">
            <a:spAutoFit/>
          </a:bodyPr>
          <a:lstStyle/>
          <a:p>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056D2D65-FF19-92B6-7910-30838DFA4D4A}"/>
              </a:ext>
            </a:extLst>
          </p:cNvPr>
          <p:cNvSpPr txBox="1"/>
          <p:nvPr/>
        </p:nvSpPr>
        <p:spPr>
          <a:xfrm>
            <a:off x="107879" y="5601409"/>
            <a:ext cx="4572000" cy="98488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Dr. Shubhrajyoti Kundu</a:t>
            </a:r>
            <a:br>
              <a:rPr kumimoji="0" lang="en-US" sz="1058"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r>
              <a:rPr kumimoji="0" lang="en-US"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Assistant Professor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Electrical Engineering</a:t>
            </a:r>
            <a:endParaRPr lang="en-IN" dirty="0"/>
          </a:p>
        </p:txBody>
      </p:sp>
    </p:spTree>
    <p:extLst>
      <p:ext uri="{BB962C8B-B14F-4D97-AF65-F5344CB8AC3E}">
        <p14:creationId xmlns:p14="http://schemas.microsoft.com/office/powerpoint/2010/main" val="42661235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31076" y="1778284"/>
            <a:ext cx="6074228" cy="4031873"/>
          </a:xfrm>
          <a:prstGeom prst="rect">
            <a:avLst/>
          </a:prstGeom>
          <a:noFill/>
        </p:spPr>
        <p:txBody>
          <a:bodyPr wrap="square">
            <a:spAutoFit/>
          </a:bodyPr>
          <a:lstStyle/>
          <a:p>
            <a:r>
              <a:rPr lang="en-US" sz="2200" b="1" dirty="0">
                <a:solidFill>
                  <a:schemeClr val="bg1"/>
                </a:solidFill>
              </a:rPr>
              <a:t>Content </a:t>
            </a:r>
          </a:p>
          <a:p>
            <a:endParaRPr lang="en-US" sz="2200" dirty="0"/>
          </a:p>
          <a:p>
            <a:pPr marL="342900" indent="-342900">
              <a:buAutoNum type="arabicPeriod"/>
            </a:pPr>
            <a:r>
              <a:rPr lang="en-US" sz="2200" dirty="0"/>
              <a:t>Filter Circuit                                                               6                                                                     </a:t>
            </a:r>
          </a:p>
          <a:p>
            <a:r>
              <a:rPr lang="en-US" sz="2200" dirty="0"/>
              <a:t>   1.1   Choke Filter</a:t>
            </a:r>
          </a:p>
          <a:p>
            <a:r>
              <a:rPr lang="en-US" sz="2200" dirty="0"/>
              <a:t>   1.2   Capacitor Input Filter                                                                             </a:t>
            </a:r>
          </a:p>
          <a:p>
            <a:pPr marL="342900" indent="-342900">
              <a:buAutoNum type="arabicPeriod"/>
            </a:pPr>
            <a:endParaRPr lang="en-US" sz="2200" dirty="0"/>
          </a:p>
          <a:p>
            <a:r>
              <a:rPr lang="en-US" sz="2200" dirty="0"/>
              <a:t>2.  Clipper Circuit                                                           7                                                                                        </a:t>
            </a:r>
          </a:p>
          <a:p>
            <a:endParaRPr lang="en-US" sz="2200" dirty="0"/>
          </a:p>
          <a:p>
            <a:endParaRPr lang="en-US" sz="2200" dirty="0"/>
          </a:p>
          <a:p>
            <a:endParaRPr lang="en-US" sz="2200" dirty="0"/>
          </a:p>
          <a:p>
            <a:endParaRPr lang="en-US" dirty="0"/>
          </a:p>
          <a:p>
            <a:endParaRPr lang="en-US" dirty="0"/>
          </a:p>
        </p:txBody>
      </p:sp>
    </p:spTree>
    <p:extLst>
      <p:ext uri="{BB962C8B-B14F-4D97-AF65-F5344CB8AC3E}">
        <p14:creationId xmlns:p14="http://schemas.microsoft.com/office/powerpoint/2010/main" val="22788355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E158C-D97C-4555-135A-08A769C3EE5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1FFB50C-537D-CA83-1178-9553DB1C6C5A}"/>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10D412F0-2953-BE70-5AF5-F6AFF71ACC21}"/>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350F71B4-89E2-8F29-1FF5-0150E3DE83A7}"/>
              </a:ext>
            </a:extLst>
          </p:cNvPr>
          <p:cNvSpPr>
            <a:spLocks noChangeArrowheads="1"/>
          </p:cNvSpPr>
          <p:nvPr>
            <p:custDataLst>
              <p:tags r:id="R55a02da6d76b4e5f"/>
            </p:custDataLst>
          </p:nvPr>
        </p:nvSpPr>
        <p:spPr bwMode="auto">
          <a:xfrm>
            <a:off x="729465" y="1201274"/>
            <a:ext cx="7356297"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IN" altLang="en-US" sz="2400" b="1" dirty="0">
                <a:solidFill>
                  <a:schemeClr val="bg1"/>
                </a:solidFill>
                <a:latin typeface="+mj-lt"/>
                <a:ea typeface="Calibri" panose="020F0502020204030204" pitchFamily="34" charset="0"/>
                <a:cs typeface="Times New Roman" panose="02020603050405020304" pitchFamily="18" charset="0"/>
              </a:rPr>
              <a:t>FILTER CIRCUIT  </a:t>
            </a:r>
            <a:endParaRPr lang="en-IN" altLang="en-US" sz="2400" dirty="0">
              <a:solidFill>
                <a:schemeClr val="bg1"/>
              </a:solidFill>
              <a:latin typeface="+mj-lt"/>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A5FB7D68-BC54-2B24-AF39-2A20519E1154}"/>
              </a:ext>
            </a:extLst>
          </p:cNvPr>
          <p:cNvSpPr txBox="1"/>
          <p:nvPr/>
        </p:nvSpPr>
        <p:spPr>
          <a:xfrm>
            <a:off x="233362" y="2193532"/>
            <a:ext cx="8677275" cy="2211388"/>
          </a:xfrm>
          <a:prstGeom prst="rect">
            <a:avLst/>
          </a:prstGeom>
          <a:noFill/>
        </p:spPr>
        <p:txBody>
          <a:bodyPr>
            <a:spAutoFit/>
          </a:bodyPr>
          <a:lstStyle/>
          <a:p>
            <a:pPr indent="457200" algn="just">
              <a:lnSpc>
                <a:spcPct val="150000"/>
              </a:lnSpc>
              <a:spcAft>
                <a:spcPts val="800"/>
              </a:spcAft>
              <a:defRPr/>
            </a:pPr>
            <a:r>
              <a:rPr lang="en-IN" dirty="0">
                <a:ea typeface="Calibri" panose="020F0502020204030204" pitchFamily="34" charset="0"/>
                <a:cs typeface="Times New Roman" panose="02020603050405020304" pitchFamily="18" charset="0"/>
              </a:rPr>
              <a:t>The ripple in the signal denotes the presence of some AC component. This ac component has to be completely removed in order to get pure dc output. So, we need a circuit that smoothens the rectified output into a pure dc signal.</a:t>
            </a:r>
          </a:p>
          <a:p>
            <a:pPr algn="just">
              <a:lnSpc>
                <a:spcPct val="150000"/>
              </a:lnSpc>
              <a:spcAft>
                <a:spcPts val="800"/>
              </a:spcAft>
              <a:defRPr/>
            </a:pPr>
            <a:r>
              <a:rPr lang="en-IN" dirty="0">
                <a:ea typeface="Calibri" panose="020F0502020204030204" pitchFamily="34" charset="0"/>
                <a:cs typeface="Times New Roman" panose="02020603050405020304" pitchFamily="18" charset="0"/>
              </a:rPr>
              <a:t>The following figure shows the functionality of a filter circuit</a:t>
            </a:r>
            <a:r>
              <a:rPr lang="en-IN" dirty="0">
                <a:latin typeface="Times New Roman" panose="02020603050405020304" pitchFamily="18" charset="0"/>
                <a:ea typeface="Calibri" panose="020F0502020204030204" pitchFamily="34" charset="0"/>
                <a:cs typeface="Times New Roman" panose="02020603050405020304" pitchFamily="18" charset="0"/>
              </a:rPr>
              <a:t>.</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07000"/>
              </a:lnSpc>
              <a:spcAft>
                <a:spcPts val="800"/>
              </a:spcAft>
              <a:buFont typeface="Symbol" panose="05050102010706020507" pitchFamily="18" charset="2"/>
              <a:buChar char=""/>
              <a:defRPr/>
            </a:pP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2">
            <a:extLst>
              <a:ext uri="{FF2B5EF4-FFF2-40B4-BE49-F238E27FC236}">
                <a16:creationId xmlns:a16="http://schemas.microsoft.com/office/drawing/2014/main" id="{5FF50E47-E3C9-DA95-034E-7EF9BD9D7179}"/>
              </a:ext>
            </a:extLst>
          </p:cNvPr>
          <p:cNvPicPr>
            <a:picLocks noChangeAspect="1" noChangeArrowheads="1"/>
          </p:cNvPicPr>
          <p:nvPr/>
        </p:nvPicPr>
        <p:blipFill>
          <a:blip r:embed="Rfbd8f5776eb84578">
            <a:extLst>
              <a:ext uri="{28A0092B-C50C-407E-A947-70E740481C1C}">
                <a14:useLocalDpi xmlns:a14="http://schemas.microsoft.com/office/drawing/2010/main" val="0"/>
              </a:ext>
            </a:extLst>
          </a:blip>
          <a:srcRect/>
          <a:stretch>
            <a:fillRect/>
          </a:stretch>
        </p:blipFill>
        <p:spPr bwMode="auto">
          <a:xfrm>
            <a:off x="499982" y="3921589"/>
            <a:ext cx="7815262"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34515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B6457-02ED-16BC-E2F4-C28BE3D4153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831102A-12B9-1157-3BC3-5925903B74CA}"/>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D2590F3-6F78-9F82-00A5-CA22A1E778FE}"/>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ABDCD2F8-0FDF-8005-C89C-1FF4E0EE5BB1}"/>
              </a:ext>
            </a:extLst>
          </p:cNvPr>
          <p:cNvSpPr>
            <a:spLocks noChangeArrowheads="1"/>
          </p:cNvSpPr>
          <p:nvPr>
            <p:custDataLst>
              <p:tags r:id="Ra309bd7738044896"/>
            </p:custDataLst>
          </p:nvPr>
        </p:nvSpPr>
        <p:spPr bwMode="auto">
          <a:xfrm>
            <a:off x="729465" y="1201274"/>
            <a:ext cx="7356297"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IN" altLang="en-US" sz="2400" b="1" dirty="0">
                <a:solidFill>
                  <a:schemeClr val="bg1"/>
                </a:solidFill>
                <a:latin typeface="+mj-lt"/>
                <a:ea typeface="Calibri" panose="020F0502020204030204" pitchFamily="34" charset="0"/>
                <a:cs typeface="Times New Roman" panose="02020603050405020304" pitchFamily="18" charset="0"/>
              </a:rPr>
              <a:t>CHOKE FILTER</a:t>
            </a:r>
            <a:endParaRPr lang="en-IN" altLang="en-US" sz="2400" dirty="0">
              <a:solidFill>
                <a:schemeClr val="bg1"/>
              </a:solidFill>
              <a:latin typeface="+mj-lt"/>
              <a:ea typeface="Calibri" panose="020F0502020204030204" pitchFamily="34" charset="0"/>
              <a:cs typeface="Times New Roman" panose="02020603050405020304" pitchFamily="18" charset="0"/>
            </a:endParaRPr>
          </a:p>
        </p:txBody>
      </p:sp>
      <p:sp>
        <p:nvSpPr>
          <p:cNvPr id="3" name="TextBox 4">
            <a:extLst>
              <a:ext uri="{FF2B5EF4-FFF2-40B4-BE49-F238E27FC236}">
                <a16:creationId xmlns:a16="http://schemas.microsoft.com/office/drawing/2014/main" id="{24CCEEA7-774E-B9D9-DC66-5BF77DAB5053}"/>
              </a:ext>
            </a:extLst>
          </p:cNvPr>
          <p:cNvSpPr txBox="1">
            <a:spLocks noChangeArrowheads="1"/>
          </p:cNvSpPr>
          <p:nvPr/>
        </p:nvSpPr>
        <p:spPr bwMode="auto">
          <a:xfrm>
            <a:off x="190500" y="2514600"/>
            <a:ext cx="8737600" cy="4029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just">
              <a:lnSpc>
                <a:spcPct val="150000"/>
              </a:lnSpc>
              <a:spcBef>
                <a:spcPct val="0"/>
              </a:spcBef>
              <a:spcAft>
                <a:spcPts val="800"/>
              </a:spcAft>
              <a:buFontTx/>
              <a:buNone/>
            </a:pPr>
            <a:r>
              <a:rPr lang="en-IN" altLang="en-US" sz="1800" b="1" dirty="0">
                <a:latin typeface="+mn-lt"/>
                <a:ea typeface="Calibri" panose="020F0502020204030204" pitchFamily="34" charset="0"/>
                <a:cs typeface="Times New Roman" panose="02020603050405020304" pitchFamily="18" charset="0"/>
              </a:rPr>
              <a:t>Definition: </a:t>
            </a:r>
            <a:r>
              <a:rPr lang="en-IN" altLang="en-US" sz="1800" dirty="0">
                <a:latin typeface="+mn-lt"/>
                <a:ea typeface="Calibri" panose="020F0502020204030204" pitchFamily="34" charset="0"/>
                <a:cs typeface="Times New Roman" panose="02020603050405020304" pitchFamily="18" charset="0"/>
              </a:rPr>
              <a:t>Choke filter consists of an inductor connected in series with rectifier output circuit and a capacitor connected in parallel with the load resistor. It is also called L-section filter because the inductor and capacitor are connected in the shape of inverted L. The output pulsating DC voltage from a rectifier circuit passes through the inductor or choke coil.</a:t>
            </a:r>
          </a:p>
          <a:p>
            <a:pPr algn="just">
              <a:lnSpc>
                <a:spcPct val="150000"/>
              </a:lnSpc>
              <a:spcBef>
                <a:spcPct val="0"/>
              </a:spcBef>
              <a:spcAft>
                <a:spcPts val="800"/>
              </a:spcAft>
              <a:buFontTx/>
              <a:buNone/>
            </a:pPr>
            <a:r>
              <a:rPr lang="en-IN" altLang="en-US" sz="1800" dirty="0">
                <a:latin typeface="+mn-lt"/>
                <a:ea typeface="Calibri" panose="020F0502020204030204" pitchFamily="34" charset="0"/>
                <a:cs typeface="Times New Roman" panose="02020603050405020304" pitchFamily="18" charset="0"/>
              </a:rPr>
              <a:t>The inductor has low DC resistance and extremely high AC reactance. Thus, ripples get filtered through choke coil. Some of the residual ripples if present in filtered signal from inductor coil will get bypassed through the capacitor. The reason behind this is that capacitor allow AC and block DC.</a:t>
            </a:r>
          </a:p>
        </p:txBody>
      </p:sp>
    </p:spTree>
    <p:extLst>
      <p:ext uri="{BB962C8B-B14F-4D97-AF65-F5344CB8AC3E}">
        <p14:creationId xmlns:p14="http://schemas.microsoft.com/office/powerpoint/2010/main" val="19601671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D3AFF-09A9-EDF5-A1F1-349E4CDC1C7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6860BD0-6262-99B2-DB59-4C11EEA436C8}"/>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553F6ACF-6A94-E880-B2BC-E5C6F3CE03FF}"/>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EC8280B8-E8B1-02DB-6A20-957797534406}"/>
              </a:ext>
            </a:extLst>
          </p:cNvPr>
          <p:cNvSpPr>
            <a:spLocks noChangeArrowheads="1"/>
          </p:cNvSpPr>
          <p:nvPr>
            <p:custDataLst>
              <p:tags r:id="R06e4ed2b00774baf"/>
            </p:custDataLst>
          </p:nvPr>
        </p:nvSpPr>
        <p:spPr bwMode="auto">
          <a:xfrm>
            <a:off x="354577" y="1201274"/>
            <a:ext cx="8296263"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lgn="just">
              <a:lnSpc>
                <a:spcPct val="107000"/>
              </a:lnSpc>
              <a:spcBef>
                <a:spcPts val="0"/>
              </a:spcBef>
              <a:spcAft>
                <a:spcPts val="800"/>
              </a:spcAft>
              <a:buNone/>
            </a:pPr>
            <a:r>
              <a:rPr lang="en-IN" altLang="en-US" sz="2400" b="1" dirty="0">
                <a:solidFill>
                  <a:prstClr val="white"/>
                </a:solidFill>
                <a:latin typeface="+mj-lt"/>
                <a:ea typeface="Calibri" panose="020F0502020204030204" pitchFamily="34" charset="0"/>
                <a:cs typeface="Times New Roman" panose="02020603050405020304" pitchFamily="18" charset="0"/>
              </a:rPr>
              <a:t>WORKING OF CHOKE FILTER OR L-SECTION FILTER</a:t>
            </a:r>
            <a:endParaRPr lang="en-IN" altLang="en-US" sz="2400" dirty="0">
              <a:solidFill>
                <a:prstClr val="white"/>
              </a:solidFill>
              <a:latin typeface="+mj-lt"/>
              <a:ea typeface="Calibri" panose="020F0502020204030204" pitchFamily="34" charset="0"/>
              <a:cs typeface="Times New Roman" panose="02020603050405020304" pitchFamily="18" charset="0"/>
            </a:endParaRPr>
          </a:p>
        </p:txBody>
      </p:sp>
      <p:pic>
        <p:nvPicPr>
          <p:cNvPr id="5" name="Picture 1">
            <a:extLst>
              <a:ext uri="{FF2B5EF4-FFF2-40B4-BE49-F238E27FC236}">
                <a16:creationId xmlns:a16="http://schemas.microsoft.com/office/drawing/2014/main" id="{FA8CDD77-C1C1-9DEA-F996-2FBF2B14DC74}"/>
              </a:ext>
            </a:extLst>
          </p:cNvPr>
          <p:cNvPicPr>
            <a:picLocks noChangeAspect="1" noChangeArrowheads="1"/>
          </p:cNvPicPr>
          <p:nvPr/>
        </p:nvPicPr>
        <p:blipFill>
          <a:blip r:embed="R583b90c52e0f4217">
            <a:extLst>
              <a:ext uri="{28A0092B-C50C-407E-A947-70E740481C1C}">
                <a14:useLocalDpi xmlns:a14="http://schemas.microsoft.com/office/drawing/2010/main" val="0"/>
              </a:ext>
            </a:extLst>
          </a:blip>
          <a:srcRect t="3372" r="3198"/>
          <a:stretch>
            <a:fillRect/>
          </a:stretch>
        </p:blipFill>
        <p:spPr bwMode="auto">
          <a:xfrm>
            <a:off x="4890498" y="3186773"/>
            <a:ext cx="4062215" cy="183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3">
            <a:extLst>
              <a:ext uri="{FF2B5EF4-FFF2-40B4-BE49-F238E27FC236}">
                <a16:creationId xmlns:a16="http://schemas.microsoft.com/office/drawing/2014/main" id="{CCF02F4D-88CC-59AA-C09F-57BA304A1960}"/>
              </a:ext>
            </a:extLst>
          </p:cNvPr>
          <p:cNvSpPr txBox="1">
            <a:spLocks noChangeArrowheads="1"/>
          </p:cNvSpPr>
          <p:nvPr/>
        </p:nvSpPr>
        <p:spPr bwMode="auto">
          <a:xfrm>
            <a:off x="354577" y="2294173"/>
            <a:ext cx="4448175" cy="378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just">
              <a:lnSpc>
                <a:spcPct val="150000"/>
              </a:lnSpc>
              <a:spcBef>
                <a:spcPct val="0"/>
              </a:spcBef>
              <a:spcAft>
                <a:spcPts val="800"/>
              </a:spcAft>
              <a:buFontTx/>
              <a:buNone/>
            </a:pPr>
            <a:r>
              <a:rPr lang="en-IN" altLang="en-US" sz="1800" dirty="0">
                <a:latin typeface="+mn-lt"/>
                <a:ea typeface="Calibri" panose="020F0502020204030204" pitchFamily="34" charset="0"/>
                <a:cs typeface="Times New Roman" panose="02020603050405020304" pitchFamily="18" charset="0"/>
              </a:rPr>
              <a:t>When the pulsating DC signal from the output of the rectifier circuit is feed into choke filter, the AC ripples present in the output DC voltage gets filtered by choke coil. The inductor has the property to block AC and pass DC. This is because DC resistance of an inductor is low and AC impedance of inductor coil is high. Thus, the AC ripples get blocked by inductor coil.</a:t>
            </a:r>
            <a:endParaRPr lang="en-IN" altLang="en-US" sz="1600" dirty="0">
              <a:latin typeface="+mn-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468305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81D1C-F9B4-22BC-458C-CF7262E6728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9107D57-41F2-6286-217F-94FD9C63C688}"/>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6BA8131-BD8D-AF8B-6C6C-EA1010667F10}"/>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4C250650-7365-5398-AC39-93E72246679A}"/>
              </a:ext>
            </a:extLst>
          </p:cNvPr>
          <p:cNvSpPr>
            <a:spLocks noChangeArrowheads="1"/>
          </p:cNvSpPr>
          <p:nvPr>
            <p:custDataLst>
              <p:tags r:id="Rd4b3edb69c584bf8"/>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lgn="just">
              <a:lnSpc>
                <a:spcPct val="107000"/>
              </a:lnSpc>
              <a:spcBef>
                <a:spcPts val="0"/>
              </a:spcBef>
              <a:spcAft>
                <a:spcPts val="800"/>
              </a:spcAft>
              <a:buNone/>
            </a:pPr>
            <a:r>
              <a:rPr lang="en-IN" altLang="en-US" sz="2400" b="1" dirty="0">
                <a:solidFill>
                  <a:prstClr val="white"/>
                </a:solidFill>
                <a:latin typeface="+mj-lt"/>
                <a:ea typeface="Calibri" panose="020F0502020204030204" pitchFamily="34" charset="0"/>
                <a:cs typeface="Times New Roman" panose="02020603050405020304" pitchFamily="18" charset="0"/>
              </a:rPr>
              <a:t>WAVEFORM OF CHOKE FILTER OR L-SECTION FILTER</a:t>
            </a:r>
            <a:endParaRPr lang="en-IN" altLang="en-US" sz="2400" dirty="0">
              <a:solidFill>
                <a:prstClr val="white"/>
              </a:solidFill>
              <a:latin typeface="+mj-lt"/>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5125B04D-5931-7B90-A339-2B40647D242A}"/>
              </a:ext>
            </a:extLst>
          </p:cNvPr>
          <p:cNvPicPr>
            <a:picLocks noChangeAspect="1" noChangeArrowheads="1"/>
          </p:cNvPicPr>
          <p:nvPr/>
        </p:nvPicPr>
        <p:blipFill>
          <a:blip r:embed="R77b0106ed9704c66">
            <a:extLst>
              <a:ext uri="{28A0092B-C50C-407E-A947-70E740481C1C}">
                <a14:useLocalDpi xmlns:a14="http://schemas.microsoft.com/office/drawing/2010/main" val="0"/>
              </a:ext>
            </a:extLst>
          </a:blip>
          <a:srcRect r="995"/>
          <a:stretch>
            <a:fillRect/>
          </a:stretch>
        </p:blipFill>
        <p:spPr bwMode="auto">
          <a:xfrm>
            <a:off x="446942" y="2667981"/>
            <a:ext cx="8283575" cy="285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17285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26D4A-3E5C-F56B-98B1-1443FCCF7CB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D25C4DD-FCE9-05D6-D300-1260DC1D1652}"/>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8FE5D35D-03BE-72E1-DED2-5A82CF53845E}"/>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56883AB5-2CF8-72B7-26AB-04FCDE57EEF0}"/>
              </a:ext>
            </a:extLst>
          </p:cNvPr>
          <p:cNvSpPr>
            <a:spLocks noChangeArrowheads="1"/>
          </p:cNvSpPr>
          <p:nvPr>
            <p:custDataLst>
              <p:tags r:id="Radd0825958aa4e0e"/>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lgn="ctr">
              <a:lnSpc>
                <a:spcPct val="107000"/>
              </a:lnSpc>
              <a:spcBef>
                <a:spcPts val="0"/>
              </a:spcBef>
              <a:spcAft>
                <a:spcPts val="800"/>
              </a:spcAft>
              <a:buNone/>
            </a:pPr>
            <a:r>
              <a:rPr lang="en-IN" altLang="en-US" sz="2400" b="1" dirty="0">
                <a:solidFill>
                  <a:prstClr val="white"/>
                </a:solidFill>
                <a:latin typeface="+mj-lt"/>
                <a:ea typeface="Calibri" panose="020F0502020204030204" pitchFamily="34" charset="0"/>
                <a:cs typeface="Times New Roman" panose="02020603050405020304" pitchFamily="18" charset="0"/>
              </a:rPr>
              <a:t>CAPACITOR INPUT FILTER</a:t>
            </a:r>
            <a:r>
              <a:rPr lang="en-IN" altLang="en-US" sz="2400" dirty="0">
                <a:solidFill>
                  <a:prstClr val="white"/>
                </a:solidFill>
                <a:latin typeface="+mj-lt"/>
                <a:ea typeface="Calibri" panose="020F0502020204030204" pitchFamily="34" charset="0"/>
                <a:cs typeface="Times New Roman" panose="02020603050405020304" pitchFamily="18" charset="0"/>
              </a:rPr>
              <a:t> OR </a:t>
            </a:r>
            <a:r>
              <a:rPr lang="en-IN" altLang="en-US" sz="2400" b="1" dirty="0">
                <a:solidFill>
                  <a:prstClr val="white"/>
                </a:solidFill>
                <a:latin typeface="+mj-lt"/>
                <a:ea typeface="Calibri" panose="020F0502020204030204" pitchFamily="34" charset="0"/>
                <a:cs typeface="Times New Roman" panose="02020603050405020304" pitchFamily="18" charset="0"/>
              </a:rPr>
              <a:t>SHUNT CAPACITOR FILTER</a:t>
            </a:r>
            <a:endParaRPr lang="en-IN" altLang="en-US" sz="2400" dirty="0">
              <a:solidFill>
                <a:prstClr val="white"/>
              </a:solidFill>
              <a:latin typeface="+mj-lt"/>
              <a:ea typeface="Calibri" panose="020F0502020204030204" pitchFamily="34" charset="0"/>
              <a:cs typeface="Times New Roman" panose="02020603050405020304" pitchFamily="18" charset="0"/>
            </a:endParaRPr>
          </a:p>
        </p:txBody>
      </p:sp>
      <p:pic>
        <p:nvPicPr>
          <p:cNvPr id="5" name="Picture 1">
            <a:extLst>
              <a:ext uri="{FF2B5EF4-FFF2-40B4-BE49-F238E27FC236}">
                <a16:creationId xmlns:a16="http://schemas.microsoft.com/office/drawing/2014/main" id="{833F5C9D-FF9B-1CFC-DAB0-DF5CF3447813}"/>
              </a:ext>
            </a:extLst>
          </p:cNvPr>
          <p:cNvPicPr>
            <a:picLocks noChangeAspect="1" noChangeArrowheads="1"/>
          </p:cNvPicPr>
          <p:nvPr/>
        </p:nvPicPr>
        <p:blipFill>
          <a:blip r:embed="R99af8f03edb043c8">
            <a:extLst>
              <a:ext uri="{28A0092B-C50C-407E-A947-70E740481C1C}">
                <a14:useLocalDpi xmlns:a14="http://schemas.microsoft.com/office/drawing/2010/main" val="0"/>
              </a:ext>
            </a:extLst>
          </a:blip>
          <a:srcRect/>
          <a:stretch>
            <a:fillRect/>
          </a:stretch>
        </p:blipFill>
        <p:spPr bwMode="auto">
          <a:xfrm>
            <a:off x="127000" y="2486025"/>
            <a:ext cx="8890000" cy="350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59283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95223-F734-F411-D3AF-59359ACD5FD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5D4E48A-9B18-19FF-00CC-231475362CD6}"/>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11F94D02-5C33-1BBA-CD9B-105B709BEA8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D31DFE3D-393B-8630-C25A-3DDC91F78180}"/>
              </a:ext>
            </a:extLst>
          </p:cNvPr>
          <p:cNvSpPr>
            <a:spLocks noChangeArrowheads="1"/>
          </p:cNvSpPr>
          <p:nvPr>
            <p:custDataLst>
              <p:tags r:id="Rcd0c9cc3f19f4ce4"/>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lgn="ctr">
              <a:lnSpc>
                <a:spcPct val="107000"/>
              </a:lnSpc>
              <a:spcBef>
                <a:spcPts val="0"/>
              </a:spcBef>
              <a:spcAft>
                <a:spcPts val="800"/>
              </a:spcAft>
              <a:buNone/>
            </a:pPr>
            <a:r>
              <a:rPr lang="en-IN" altLang="en-US" sz="2400" b="1" dirty="0">
                <a:solidFill>
                  <a:prstClr val="white"/>
                </a:solidFill>
                <a:latin typeface="+mj-lt"/>
                <a:ea typeface="Calibri" panose="020F0502020204030204" pitchFamily="34" charset="0"/>
                <a:cs typeface="Times New Roman" panose="02020603050405020304" pitchFamily="18" charset="0"/>
              </a:rPr>
              <a:t>CAPACITOR INPUT FILTER</a:t>
            </a:r>
            <a:r>
              <a:rPr lang="en-IN" altLang="en-US" sz="2400" dirty="0">
                <a:solidFill>
                  <a:prstClr val="white"/>
                </a:solidFill>
                <a:latin typeface="+mj-lt"/>
                <a:ea typeface="Calibri" panose="020F0502020204030204" pitchFamily="34" charset="0"/>
                <a:cs typeface="Times New Roman" panose="02020603050405020304" pitchFamily="18" charset="0"/>
              </a:rPr>
              <a:t> OR </a:t>
            </a:r>
            <a:r>
              <a:rPr lang="en-IN" altLang="en-US" sz="2400" b="1" dirty="0">
                <a:solidFill>
                  <a:prstClr val="white"/>
                </a:solidFill>
                <a:latin typeface="+mj-lt"/>
                <a:ea typeface="Calibri" panose="020F0502020204030204" pitchFamily="34" charset="0"/>
                <a:cs typeface="Times New Roman" panose="02020603050405020304" pitchFamily="18" charset="0"/>
              </a:rPr>
              <a:t>SHUNT CAPACITOR FILTER</a:t>
            </a:r>
            <a:endParaRPr lang="en-IN" altLang="en-US" sz="2400" dirty="0">
              <a:solidFill>
                <a:prstClr val="white"/>
              </a:solidFill>
              <a:latin typeface="+mj-lt"/>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02EB4142-814E-4446-569F-0992F654F86C}"/>
              </a:ext>
            </a:extLst>
          </p:cNvPr>
          <p:cNvPicPr>
            <a:picLocks noChangeAspect="1" noChangeArrowheads="1"/>
          </p:cNvPicPr>
          <p:nvPr/>
        </p:nvPicPr>
        <p:blipFill>
          <a:blip r:embed="R003bbcb9fc1f4db4">
            <a:extLst>
              <a:ext uri="{28A0092B-C50C-407E-A947-70E740481C1C}">
                <a14:useLocalDpi xmlns:a14="http://schemas.microsoft.com/office/drawing/2010/main" val="0"/>
              </a:ext>
            </a:extLst>
          </a:blip>
          <a:srcRect/>
          <a:stretch>
            <a:fillRect/>
          </a:stretch>
        </p:blipFill>
        <p:spPr bwMode="auto">
          <a:xfrm>
            <a:off x="466725" y="2390775"/>
            <a:ext cx="8210550" cy="377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7496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B1FC5-65F6-3015-1F20-6EB65A7AB3C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50B7E79-5C2E-BA9C-5CA3-552497559C1A}"/>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468853FF-C5CD-5EB2-EEFA-A047AE7DAA89}"/>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6E0BFEDD-B6A0-9DE9-7D1D-B85D4941C770}"/>
              </a:ext>
            </a:extLst>
          </p:cNvPr>
          <p:cNvSpPr>
            <a:spLocks noChangeArrowheads="1"/>
          </p:cNvSpPr>
          <p:nvPr>
            <p:custDataLst>
              <p:tags r:id="R98755f14484447d6"/>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lgn="ctr">
              <a:lnSpc>
                <a:spcPct val="107000"/>
              </a:lnSpc>
              <a:spcBef>
                <a:spcPts val="0"/>
              </a:spcBef>
              <a:spcAft>
                <a:spcPts val="800"/>
              </a:spcAft>
              <a:buNone/>
            </a:pPr>
            <a:r>
              <a:rPr lang="en-IN" altLang="en-US" sz="2400" b="1" dirty="0">
                <a:solidFill>
                  <a:prstClr val="white"/>
                </a:solidFill>
                <a:latin typeface="+mj-lt"/>
                <a:ea typeface="Calibri" panose="020F0502020204030204" pitchFamily="34" charset="0"/>
                <a:cs typeface="Times New Roman" panose="02020603050405020304" pitchFamily="18" charset="0"/>
              </a:rPr>
              <a:t>CLIPPER CIRCUITS</a:t>
            </a:r>
            <a:endParaRPr lang="en-IN" altLang="en-US" sz="2400" dirty="0">
              <a:solidFill>
                <a:prstClr val="white"/>
              </a:solidFill>
              <a:latin typeface="+mj-lt"/>
              <a:ea typeface="Calibri" panose="020F0502020204030204" pitchFamily="34" charset="0"/>
              <a:cs typeface="Times New Roman" panose="02020603050405020304" pitchFamily="18" charset="0"/>
            </a:endParaRPr>
          </a:p>
        </p:txBody>
      </p:sp>
      <p:sp>
        <p:nvSpPr>
          <p:cNvPr id="5" name="TextBox 3">
            <a:extLst>
              <a:ext uri="{FF2B5EF4-FFF2-40B4-BE49-F238E27FC236}">
                <a16:creationId xmlns:a16="http://schemas.microsoft.com/office/drawing/2014/main" id="{3290FE3B-E0FE-1224-7CA9-8B518D3C0CAE}"/>
              </a:ext>
            </a:extLst>
          </p:cNvPr>
          <p:cNvSpPr txBox="1">
            <a:spLocks noChangeArrowheads="1"/>
          </p:cNvSpPr>
          <p:nvPr/>
        </p:nvSpPr>
        <p:spPr bwMode="auto">
          <a:xfrm>
            <a:off x="239445" y="2396787"/>
            <a:ext cx="4659313"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just">
              <a:lnSpc>
                <a:spcPct val="150000"/>
              </a:lnSpc>
              <a:spcBef>
                <a:spcPct val="0"/>
              </a:spcBef>
              <a:buFontTx/>
              <a:buNone/>
            </a:pPr>
            <a:r>
              <a:rPr lang="en-IN" altLang="en-US" sz="1800" dirty="0">
                <a:solidFill>
                  <a:srgbClr val="363636"/>
                </a:solidFill>
                <a:latin typeface="Times New Roman" panose="02020603050405020304" pitchFamily="18" charset="0"/>
                <a:cs typeface="Times New Roman" panose="02020603050405020304" pitchFamily="18" charset="0"/>
              </a:rPr>
              <a:t>	</a:t>
            </a:r>
            <a:r>
              <a:rPr lang="en-IN" altLang="en-US" sz="1800" dirty="0">
                <a:solidFill>
                  <a:srgbClr val="363636"/>
                </a:solidFill>
                <a:latin typeface="+mn-lt"/>
                <a:cs typeface="Times New Roman" panose="02020603050405020304" pitchFamily="18" charset="0"/>
              </a:rPr>
              <a:t>A clipper is a device which limits, remove or prevents some portion of the wave form (input signal voltage) above or below a certain level In other words the circuit which limits positive or negative amplitude ,or both is called chipping circuit. The clipper circuits are of the following types.</a:t>
            </a:r>
            <a:endParaRPr lang="en-IN" altLang="en-US" sz="1800" dirty="0">
              <a:latin typeface="+mn-lt"/>
              <a:cs typeface="Times New Roman" panose="02020603050405020304" pitchFamily="18" charset="0"/>
            </a:endParaRPr>
          </a:p>
        </p:txBody>
      </p:sp>
      <p:sp>
        <p:nvSpPr>
          <p:cNvPr id="6" name="TextBox 5">
            <a:extLst>
              <a:ext uri="{FF2B5EF4-FFF2-40B4-BE49-F238E27FC236}">
                <a16:creationId xmlns:a16="http://schemas.microsoft.com/office/drawing/2014/main" id="{4ADF6601-484C-02A5-3E6B-A44AFC5AE17D}"/>
              </a:ext>
            </a:extLst>
          </p:cNvPr>
          <p:cNvSpPr txBox="1">
            <a:spLocks noChangeArrowheads="1"/>
          </p:cNvSpPr>
          <p:nvPr/>
        </p:nvSpPr>
        <p:spPr bwMode="auto">
          <a:xfrm>
            <a:off x="5076344" y="2396787"/>
            <a:ext cx="4659312"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tabLst>
                <a:tab pos="457200" algn="l"/>
              </a:tabLst>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tabLst>
                <a:tab pos="457200" algn="l"/>
              </a:tabLst>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tabLst>
                <a:tab pos="457200" algn="l"/>
              </a:tabLst>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tabLst>
                <a:tab pos="457200" algn="l"/>
              </a:tabLst>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tabLst>
                <a:tab pos="457200" algn="l"/>
              </a:tabLst>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cs typeface="Arial" panose="020B0604020202020204" pitchFamily="34" charset="0"/>
              </a:defRPr>
            </a:lvl9pPr>
          </a:lstStyle>
          <a:p>
            <a:pPr algn="just">
              <a:lnSpc>
                <a:spcPct val="150000"/>
              </a:lnSpc>
              <a:spcBef>
                <a:spcPct val="0"/>
              </a:spcBef>
              <a:spcAft>
                <a:spcPts val="800"/>
              </a:spcAft>
              <a:buFont typeface="Calibri" panose="020F0502020204030204" pitchFamily="34" charset="0"/>
              <a:buAutoNum type="arabicPeriod"/>
            </a:pPr>
            <a:r>
              <a:rPr lang="en-IN" altLang="en-US" sz="1800" dirty="0">
                <a:solidFill>
                  <a:srgbClr val="363636"/>
                </a:solidFill>
                <a:latin typeface="+mn-lt"/>
                <a:ea typeface="Calibri" panose="020F0502020204030204" pitchFamily="34" charset="0"/>
                <a:cs typeface="Times New Roman" panose="02020603050405020304" pitchFamily="18" charset="0"/>
              </a:rPr>
              <a:t>Series positive clipper</a:t>
            </a:r>
          </a:p>
          <a:p>
            <a:pPr algn="just">
              <a:lnSpc>
                <a:spcPct val="150000"/>
              </a:lnSpc>
              <a:spcBef>
                <a:spcPct val="0"/>
              </a:spcBef>
              <a:spcAft>
                <a:spcPts val="800"/>
              </a:spcAft>
              <a:buFont typeface="Calibri" panose="020F0502020204030204" pitchFamily="34" charset="0"/>
              <a:buAutoNum type="arabicPeriod"/>
            </a:pPr>
            <a:r>
              <a:rPr lang="en-IN" altLang="en-US" sz="1800" dirty="0">
                <a:solidFill>
                  <a:srgbClr val="363636"/>
                </a:solidFill>
                <a:latin typeface="+mn-lt"/>
                <a:ea typeface="Calibri" panose="020F0502020204030204" pitchFamily="34" charset="0"/>
                <a:cs typeface="Times New Roman" panose="02020603050405020304" pitchFamily="18" charset="0"/>
              </a:rPr>
              <a:t>Series negative clipper</a:t>
            </a:r>
          </a:p>
          <a:p>
            <a:pPr algn="just">
              <a:lnSpc>
                <a:spcPct val="150000"/>
              </a:lnSpc>
              <a:spcBef>
                <a:spcPct val="0"/>
              </a:spcBef>
              <a:spcAft>
                <a:spcPts val="800"/>
              </a:spcAft>
              <a:buFont typeface="Calibri" panose="020F0502020204030204" pitchFamily="34" charset="0"/>
              <a:buAutoNum type="arabicPeriod"/>
            </a:pPr>
            <a:r>
              <a:rPr lang="en-IN" altLang="en-US" sz="1800" dirty="0">
                <a:solidFill>
                  <a:srgbClr val="363636"/>
                </a:solidFill>
                <a:latin typeface="+mn-lt"/>
                <a:ea typeface="Calibri" panose="020F0502020204030204" pitchFamily="34" charset="0"/>
                <a:cs typeface="Times New Roman" panose="02020603050405020304" pitchFamily="18" charset="0"/>
              </a:rPr>
              <a:t>Shunt or parallel positive clipper</a:t>
            </a:r>
          </a:p>
          <a:p>
            <a:pPr algn="just">
              <a:lnSpc>
                <a:spcPct val="150000"/>
              </a:lnSpc>
              <a:spcBef>
                <a:spcPct val="0"/>
              </a:spcBef>
              <a:spcAft>
                <a:spcPts val="800"/>
              </a:spcAft>
              <a:buFont typeface="Calibri" panose="020F0502020204030204" pitchFamily="34" charset="0"/>
              <a:buAutoNum type="arabicPeriod"/>
            </a:pPr>
            <a:r>
              <a:rPr lang="en-IN" altLang="en-US" sz="1800" dirty="0">
                <a:solidFill>
                  <a:srgbClr val="363636"/>
                </a:solidFill>
                <a:latin typeface="+mn-lt"/>
                <a:ea typeface="Calibri" panose="020F0502020204030204" pitchFamily="34" charset="0"/>
                <a:cs typeface="Times New Roman" panose="02020603050405020304" pitchFamily="18" charset="0"/>
              </a:rPr>
              <a:t>Shunt or parallel negative clipper</a:t>
            </a:r>
          </a:p>
          <a:p>
            <a:pPr algn="just">
              <a:lnSpc>
                <a:spcPct val="150000"/>
              </a:lnSpc>
              <a:spcBef>
                <a:spcPct val="0"/>
              </a:spcBef>
              <a:spcAft>
                <a:spcPts val="800"/>
              </a:spcAft>
              <a:buFont typeface="Calibri" panose="020F0502020204030204" pitchFamily="34" charset="0"/>
              <a:buAutoNum type="arabicPeriod"/>
            </a:pPr>
            <a:r>
              <a:rPr lang="en-IN" altLang="en-US" sz="1800" dirty="0">
                <a:solidFill>
                  <a:srgbClr val="363636"/>
                </a:solidFill>
                <a:latin typeface="+mn-lt"/>
                <a:ea typeface="Calibri" panose="020F0502020204030204" pitchFamily="34" charset="0"/>
                <a:cs typeface="Times New Roman" panose="02020603050405020304" pitchFamily="18" charset="0"/>
              </a:rPr>
              <a:t>Dual (combination)Diode clipper</a:t>
            </a:r>
          </a:p>
        </p:txBody>
      </p:sp>
    </p:spTree>
    <p:extLst>
      <p:ext uri="{BB962C8B-B14F-4D97-AF65-F5344CB8AC3E}">
        <p14:creationId xmlns:p14="http://schemas.microsoft.com/office/powerpoint/2010/main" val="4386854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4" y="1955845"/>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03478" y="2256535"/>
            <a:ext cx="7887578" cy="630942"/>
          </a:xfrm>
          <a:prstGeom prst="rect">
            <a:avLst/>
          </a:prstGeom>
        </p:spPr>
        <p:txBody>
          <a:bodyPr wrap="square">
            <a:spAutoFit/>
          </a:bodyPr>
          <a:lstStyle/>
          <a:p>
            <a:pPr algn="ctr"/>
            <a:r>
              <a:rPr lang="en-US" sz="3500" dirty="0">
                <a:solidFill>
                  <a:schemeClr val="bg1"/>
                </a:solidFill>
                <a:latin typeface="+mj-lt"/>
                <a:ea typeface="Calibri" panose="020F0502020204030204" pitchFamily="34" charset="0"/>
                <a:cs typeface="Times New Roman" panose="02020603050405020304" pitchFamily="18" charset="0"/>
              </a:rPr>
              <a:t>DIODE AND TRANSISTORS</a:t>
            </a:r>
          </a:p>
        </p:txBody>
      </p:sp>
      <p:sp>
        <p:nvSpPr>
          <p:cNvPr id="7" name="Rectangle 6"/>
          <p:cNvSpPr/>
          <p:nvPr/>
        </p:nvSpPr>
        <p:spPr>
          <a:xfrm>
            <a:off x="342741" y="5601409"/>
            <a:ext cx="3832829" cy="323165"/>
          </a:xfrm>
          <a:prstGeom prst="rect">
            <a:avLst/>
          </a:prstGeom>
        </p:spPr>
        <p:txBody>
          <a:bodyPr wrap="square">
            <a:spAutoFit/>
          </a:bodyPr>
          <a:lstStyle/>
          <a:p>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056D2D65-FF19-92B6-7910-30838DFA4D4A}"/>
              </a:ext>
            </a:extLst>
          </p:cNvPr>
          <p:cNvSpPr txBox="1"/>
          <p:nvPr/>
        </p:nvSpPr>
        <p:spPr>
          <a:xfrm>
            <a:off x="107879" y="5601409"/>
            <a:ext cx="4572000" cy="98488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Dr. Shubhrajyoti Kundu</a:t>
            </a:r>
            <a:br>
              <a:rPr kumimoji="0" lang="en-US" sz="1058"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r>
              <a:rPr kumimoji="0" lang="en-US"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Assistant Professor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Electrical Engineering</a:t>
            </a:r>
            <a:endParaRPr lang="en-IN" dirty="0"/>
          </a:p>
        </p:txBody>
      </p:sp>
    </p:spTree>
    <p:extLst>
      <p:ext uri="{BB962C8B-B14F-4D97-AF65-F5344CB8AC3E}">
        <p14:creationId xmlns:p14="http://schemas.microsoft.com/office/powerpoint/2010/main" val="42661235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31076" y="1778284"/>
            <a:ext cx="6074228" cy="3908762"/>
          </a:xfrm>
          <a:prstGeom prst="rect">
            <a:avLst/>
          </a:prstGeom>
          <a:noFill/>
        </p:spPr>
        <p:txBody>
          <a:bodyPr wrap="square">
            <a:spAutoFit/>
          </a:bodyPr>
          <a:lstStyle/>
          <a:p>
            <a:r>
              <a:rPr lang="en-US" sz="2200" b="1" dirty="0">
                <a:solidFill>
                  <a:schemeClr val="bg1"/>
                </a:solidFill>
              </a:rPr>
              <a:t>Content </a:t>
            </a:r>
          </a:p>
          <a:p>
            <a:endParaRPr lang="en-US" sz="2200" dirty="0"/>
          </a:p>
          <a:p>
            <a:pPr marL="342900" indent="-342900">
              <a:buAutoNum type="arabicPeriod"/>
            </a:pPr>
            <a:r>
              <a:rPr lang="en-US" sz="2200" dirty="0"/>
              <a:t>Clipper Circuits                                                          5</a:t>
            </a:r>
          </a:p>
          <a:p>
            <a:r>
              <a:rPr lang="en-US" sz="2200" dirty="0"/>
              <a:t>   1.1 Series Positive Clipper</a:t>
            </a:r>
          </a:p>
          <a:p>
            <a:r>
              <a:rPr lang="en-US" sz="2200" dirty="0"/>
              <a:t>   1.2 Series Positive Clipper with Bias</a:t>
            </a:r>
          </a:p>
          <a:p>
            <a:r>
              <a:rPr lang="en-US" sz="2200" dirty="0"/>
              <a:t>   1.3 Series Negative Clipper</a:t>
            </a:r>
          </a:p>
          <a:p>
            <a:r>
              <a:rPr lang="en-US" sz="2200" dirty="0"/>
              <a:t>   1.4 Series Negative Clipper with Bias</a:t>
            </a:r>
          </a:p>
          <a:p>
            <a:endParaRPr lang="en-US" sz="2200"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2788355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DC41C-F126-ADE8-ACEF-CA4D3436104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A22CA7A-4566-12A8-2B2D-3655F3EFD31B}"/>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358DC4A-8A9C-F916-1922-363F337452B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A1E7BE6D-C08E-AF33-668E-D8120D480D80}"/>
              </a:ext>
            </a:extLst>
          </p:cNvPr>
          <p:cNvSpPr>
            <a:spLocks noChangeArrowheads="1"/>
          </p:cNvSpPr>
          <p:nvPr>
            <p:custDataLst>
              <p:tags r:id="Rcdd12eb3ec844bee"/>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IN" altLang="en-US" sz="2400" b="1" dirty="0">
                <a:solidFill>
                  <a:schemeClr val="bg1"/>
                </a:solidFill>
                <a:latin typeface="+mj-lt"/>
                <a:ea typeface="Calibri" panose="020F0502020204030204" pitchFamily="34" charset="0"/>
                <a:cs typeface="Times New Roman" panose="02020603050405020304" pitchFamily="18" charset="0"/>
              </a:rPr>
              <a:t>CLIPPER CIRCUITS</a:t>
            </a:r>
            <a:endParaRPr lang="en-IN" altLang="en-US" sz="2400" dirty="0">
              <a:solidFill>
                <a:schemeClr val="bg1"/>
              </a:solidFill>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38CAD608-80E8-F45F-A8D5-9D75D1A41F2D}"/>
              </a:ext>
            </a:extLst>
          </p:cNvPr>
          <p:cNvSpPr txBox="1">
            <a:spLocks noChangeArrowheads="1"/>
          </p:cNvSpPr>
          <p:nvPr/>
        </p:nvSpPr>
        <p:spPr bwMode="auto">
          <a:xfrm>
            <a:off x="252145" y="2294173"/>
            <a:ext cx="45720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just">
              <a:lnSpc>
                <a:spcPct val="107000"/>
              </a:lnSpc>
              <a:spcBef>
                <a:spcPts val="200"/>
              </a:spcBef>
              <a:buFontTx/>
              <a:buNone/>
            </a:pPr>
            <a:r>
              <a:rPr lang="en-IN" altLang="en-US" sz="1800" b="1" dirty="0">
                <a:solidFill>
                  <a:srgbClr val="363636"/>
                </a:solidFill>
                <a:latin typeface="+mn-lt"/>
                <a:cs typeface="Times New Roman" panose="02020603050405020304" pitchFamily="18" charset="0"/>
              </a:rPr>
              <a:t>SERIES POSITIVE CLIPPER</a:t>
            </a:r>
            <a:endParaRPr lang="en-IN" altLang="en-US" sz="2000" b="1" dirty="0">
              <a:solidFill>
                <a:srgbClr val="2E74B5"/>
              </a:solidFill>
              <a:latin typeface="+mn-lt"/>
              <a:cs typeface="Times New Roman" panose="02020603050405020304" pitchFamily="18" charset="0"/>
            </a:endParaRPr>
          </a:p>
        </p:txBody>
      </p:sp>
      <p:pic>
        <p:nvPicPr>
          <p:cNvPr id="7" name="Picture 4">
            <a:extLst>
              <a:ext uri="{FF2B5EF4-FFF2-40B4-BE49-F238E27FC236}">
                <a16:creationId xmlns:a16="http://schemas.microsoft.com/office/drawing/2014/main" id="{A5DFFB96-91C1-FCA2-7365-701C0631ED48}"/>
              </a:ext>
            </a:extLst>
          </p:cNvPr>
          <p:cNvPicPr>
            <a:picLocks noChangeAspect="1" noChangeArrowheads="1"/>
          </p:cNvPicPr>
          <p:nvPr/>
        </p:nvPicPr>
        <p:blipFill>
          <a:blip r:embed="R6b49c627ab40487c">
            <a:extLst>
              <a:ext uri="{28A0092B-C50C-407E-A947-70E740481C1C}">
                <a14:useLocalDpi xmlns:a14="http://schemas.microsoft.com/office/drawing/2010/main" val="0"/>
              </a:ext>
            </a:extLst>
          </a:blip>
          <a:srcRect/>
          <a:stretch>
            <a:fillRect/>
          </a:stretch>
        </p:blipFill>
        <p:spPr bwMode="auto">
          <a:xfrm>
            <a:off x="1143794" y="2668823"/>
            <a:ext cx="6856412"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5529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9AF0C-23CE-6BA5-6368-A9986520BF8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69F3A83-EB12-9BEA-D9BE-BD07A2D3C8E8}"/>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7C63B5DD-6D98-12ED-6F48-F539186896A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CA2E0921-6B42-8F6F-CBB6-1D83CFD21147}"/>
              </a:ext>
            </a:extLst>
          </p:cNvPr>
          <p:cNvSpPr>
            <a:spLocks noChangeArrowheads="1"/>
          </p:cNvSpPr>
          <p:nvPr>
            <p:custDataLst>
              <p:tags r:id="R3d3afec7b5214739"/>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IN" altLang="en-US" sz="2400" b="1" dirty="0">
                <a:solidFill>
                  <a:schemeClr val="bg1"/>
                </a:solidFill>
                <a:latin typeface="+mj-lt"/>
                <a:ea typeface="Calibri" panose="020F0502020204030204" pitchFamily="34" charset="0"/>
                <a:cs typeface="Times New Roman" panose="02020603050405020304" pitchFamily="18" charset="0"/>
              </a:rPr>
              <a:t>CLIPPER CIRCUITS</a:t>
            </a:r>
            <a:endParaRPr lang="en-IN" altLang="en-US" sz="2400" dirty="0">
              <a:solidFill>
                <a:schemeClr val="bg1"/>
              </a:solidFill>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7C95BCCF-5747-7943-A3D3-1C82B4D0D0CB}"/>
              </a:ext>
            </a:extLst>
          </p:cNvPr>
          <p:cNvSpPr txBox="1">
            <a:spLocks noChangeArrowheads="1"/>
          </p:cNvSpPr>
          <p:nvPr/>
        </p:nvSpPr>
        <p:spPr bwMode="auto">
          <a:xfrm>
            <a:off x="252145" y="2294173"/>
            <a:ext cx="45720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just">
              <a:lnSpc>
                <a:spcPct val="107000"/>
              </a:lnSpc>
              <a:spcBef>
                <a:spcPts val="200"/>
              </a:spcBef>
              <a:buFontTx/>
              <a:buNone/>
            </a:pPr>
            <a:r>
              <a:rPr lang="en-IN" altLang="en-US" sz="1800" b="1" dirty="0">
                <a:solidFill>
                  <a:srgbClr val="363636"/>
                </a:solidFill>
                <a:latin typeface="+mn-lt"/>
                <a:cs typeface="Times New Roman" panose="02020603050405020304" pitchFamily="18" charset="0"/>
              </a:rPr>
              <a:t>SERIES POSITIVE CLIPPER</a:t>
            </a:r>
            <a:endParaRPr lang="en-IN" altLang="en-US" sz="2000" b="1" dirty="0">
              <a:solidFill>
                <a:srgbClr val="2E74B5"/>
              </a:solidFill>
              <a:latin typeface="+mn-lt"/>
              <a:cs typeface="Times New Roman" panose="02020603050405020304" pitchFamily="18" charset="0"/>
            </a:endParaRPr>
          </a:p>
        </p:txBody>
      </p:sp>
      <p:sp>
        <p:nvSpPr>
          <p:cNvPr id="5" name="TextBox 3">
            <a:extLst>
              <a:ext uri="{FF2B5EF4-FFF2-40B4-BE49-F238E27FC236}">
                <a16:creationId xmlns:a16="http://schemas.microsoft.com/office/drawing/2014/main" id="{5CCFAE97-4137-6C4E-74CB-9B481C869663}"/>
              </a:ext>
            </a:extLst>
          </p:cNvPr>
          <p:cNvSpPr txBox="1">
            <a:spLocks noChangeArrowheads="1"/>
          </p:cNvSpPr>
          <p:nvPr/>
        </p:nvSpPr>
        <p:spPr bwMode="auto">
          <a:xfrm>
            <a:off x="123432" y="2564758"/>
            <a:ext cx="3960813" cy="378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just">
              <a:lnSpc>
                <a:spcPct val="150000"/>
              </a:lnSpc>
              <a:spcBef>
                <a:spcPct val="0"/>
              </a:spcBef>
              <a:buFontTx/>
              <a:buNone/>
            </a:pPr>
            <a:r>
              <a:rPr lang="en-IN" altLang="en-US" sz="1800" dirty="0">
                <a:solidFill>
                  <a:srgbClr val="363636"/>
                </a:solidFill>
                <a:latin typeface="Times New Roman" panose="02020603050405020304" pitchFamily="18" charset="0"/>
                <a:cs typeface="Times New Roman" panose="02020603050405020304" pitchFamily="18" charset="0"/>
              </a:rPr>
              <a:t>	</a:t>
            </a:r>
            <a:r>
              <a:rPr lang="en-IN" altLang="en-US" sz="1800" dirty="0">
                <a:solidFill>
                  <a:srgbClr val="363636"/>
                </a:solidFill>
                <a:latin typeface="+mn-lt"/>
                <a:cs typeface="Times New Roman" panose="02020603050405020304" pitchFamily="18" charset="0"/>
              </a:rPr>
              <a:t>During the positive half of the input voltage, the terminal A is positive with respect to B. This reverse biases the diode and it acts as an open switch Therefore all the applied voltage drops across the diode and none across the resistor As a result of this there is no output voltage during the positive half cycle of the input voltage.</a:t>
            </a:r>
            <a:endParaRPr lang="en-IN" altLang="en-US" sz="1800" dirty="0">
              <a:latin typeface="+mn-lt"/>
              <a:cs typeface="Times New Roman" panose="02020603050405020304" pitchFamily="18" charset="0"/>
            </a:endParaRPr>
          </a:p>
        </p:txBody>
      </p:sp>
      <p:sp>
        <p:nvSpPr>
          <p:cNvPr id="6" name="TextBox 6">
            <a:extLst>
              <a:ext uri="{FF2B5EF4-FFF2-40B4-BE49-F238E27FC236}">
                <a16:creationId xmlns:a16="http://schemas.microsoft.com/office/drawing/2014/main" id="{C89A866A-6584-1A78-2008-4DCD7FBFFE26}"/>
              </a:ext>
            </a:extLst>
          </p:cNvPr>
          <p:cNvSpPr txBox="1">
            <a:spLocks noChangeArrowheads="1"/>
          </p:cNvSpPr>
          <p:nvPr/>
        </p:nvSpPr>
        <p:spPr bwMode="auto">
          <a:xfrm>
            <a:off x="4212958" y="2564758"/>
            <a:ext cx="4659312" cy="254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just">
              <a:lnSpc>
                <a:spcPct val="150000"/>
              </a:lnSpc>
              <a:spcBef>
                <a:spcPct val="0"/>
              </a:spcBef>
              <a:buFontTx/>
              <a:buNone/>
            </a:pPr>
            <a:r>
              <a:rPr lang="en-IN" altLang="en-US" sz="1800" dirty="0">
                <a:solidFill>
                  <a:srgbClr val="363636"/>
                </a:solidFill>
                <a:ea typeface="Calibri" panose="020F0502020204030204" pitchFamily="34" charset="0"/>
                <a:cs typeface="Times New Roman" panose="02020603050405020304" pitchFamily="18" charset="0"/>
              </a:rPr>
              <a:t>	During the negative half cycle of the input voltage the terminal B is positive with respect to A. Therefore it forward biases the diode and it acts as a closed switch. Thus there is on voltage drop across diode during the negative half cycle of the input voltage. </a:t>
            </a:r>
            <a:endParaRPr lang="en-IN" altLang="en-US" sz="1800"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996807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EC5C2-86C2-96CB-C68C-B2DB1A4348E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7761855-0901-70F1-3553-A81888BCF472}"/>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A370B35-4ED5-C523-0B9C-69059B7171AB}"/>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A805EFD5-93F1-BE9D-4D28-9870FBE85D7B}"/>
              </a:ext>
            </a:extLst>
          </p:cNvPr>
          <p:cNvSpPr>
            <a:spLocks noChangeArrowheads="1"/>
          </p:cNvSpPr>
          <p:nvPr>
            <p:custDataLst>
              <p:tags r:id="R067f075217814a9e"/>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IN" altLang="en-US" sz="2400" b="1" dirty="0">
                <a:solidFill>
                  <a:schemeClr val="bg1"/>
                </a:solidFill>
                <a:latin typeface="+mj-lt"/>
                <a:ea typeface="Calibri" panose="020F0502020204030204" pitchFamily="34" charset="0"/>
                <a:cs typeface="Times New Roman" panose="02020603050405020304" pitchFamily="18" charset="0"/>
              </a:rPr>
              <a:t>CLIPPER CIRCUITS</a:t>
            </a:r>
            <a:endParaRPr lang="en-IN" altLang="en-US" sz="2400" dirty="0">
              <a:solidFill>
                <a:schemeClr val="bg1"/>
              </a:solidFill>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25433DC9-B87F-ECE1-4632-0190E998FF76}"/>
              </a:ext>
            </a:extLst>
          </p:cNvPr>
          <p:cNvSpPr txBox="1">
            <a:spLocks noChangeArrowheads="1"/>
          </p:cNvSpPr>
          <p:nvPr/>
        </p:nvSpPr>
        <p:spPr bwMode="auto">
          <a:xfrm>
            <a:off x="252145" y="2294173"/>
            <a:ext cx="45720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just">
              <a:lnSpc>
                <a:spcPct val="107000"/>
              </a:lnSpc>
              <a:spcBef>
                <a:spcPts val="200"/>
              </a:spcBef>
              <a:buFontTx/>
              <a:buNone/>
            </a:pPr>
            <a:r>
              <a:rPr lang="en-IN" altLang="en-US" sz="1800" b="1" dirty="0">
                <a:solidFill>
                  <a:srgbClr val="363636"/>
                </a:solidFill>
                <a:latin typeface="+mn-lt"/>
                <a:cs typeface="Times New Roman" panose="02020603050405020304" pitchFamily="18" charset="0"/>
              </a:rPr>
              <a:t>SERIES POSITIVE CLIPPER</a:t>
            </a:r>
            <a:endParaRPr lang="en-IN" altLang="en-US" sz="2000" b="1" dirty="0">
              <a:solidFill>
                <a:srgbClr val="2E74B5"/>
              </a:solidFill>
              <a:latin typeface="+mn-lt"/>
              <a:cs typeface="Times New Roman" panose="02020603050405020304" pitchFamily="18" charset="0"/>
            </a:endParaRPr>
          </a:p>
        </p:txBody>
      </p:sp>
      <p:pic>
        <p:nvPicPr>
          <p:cNvPr id="7" name="Picture 1">
            <a:extLst>
              <a:ext uri="{FF2B5EF4-FFF2-40B4-BE49-F238E27FC236}">
                <a16:creationId xmlns:a16="http://schemas.microsoft.com/office/drawing/2014/main" id="{123AB9FF-0B2E-F32D-AA8B-2FADB5891E15}"/>
              </a:ext>
            </a:extLst>
          </p:cNvPr>
          <p:cNvPicPr>
            <a:picLocks noChangeAspect="1" noChangeArrowheads="1"/>
          </p:cNvPicPr>
          <p:nvPr/>
        </p:nvPicPr>
        <p:blipFill>
          <a:blip r:embed="Rfac127bc356648ec">
            <a:extLst>
              <a:ext uri="{28A0092B-C50C-407E-A947-70E740481C1C}">
                <a14:useLocalDpi xmlns:a14="http://schemas.microsoft.com/office/drawing/2010/main" val="0"/>
              </a:ext>
            </a:extLst>
          </a:blip>
          <a:srcRect b="10773"/>
          <a:stretch>
            <a:fillRect/>
          </a:stretch>
        </p:blipFill>
        <p:spPr bwMode="auto">
          <a:xfrm>
            <a:off x="3551238" y="2359026"/>
            <a:ext cx="5395912" cy="3815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80955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F27FC-85DF-BA37-4622-EB4241CCF61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39F7F3F-32C0-0775-D967-0840982CC1B1}"/>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6FEAF27-8466-9EF2-8ACD-1F9C570FF9D1}"/>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5E6D110E-768E-83E1-FD10-4584BF4B87C9}"/>
              </a:ext>
            </a:extLst>
          </p:cNvPr>
          <p:cNvSpPr>
            <a:spLocks noChangeArrowheads="1"/>
          </p:cNvSpPr>
          <p:nvPr>
            <p:custDataLst>
              <p:tags r:id="R2d9d614629c74543"/>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IN" altLang="en-US" sz="2400" b="1" dirty="0">
                <a:solidFill>
                  <a:schemeClr val="bg1"/>
                </a:solidFill>
                <a:latin typeface="+mj-lt"/>
                <a:ea typeface="Calibri" panose="020F0502020204030204" pitchFamily="34" charset="0"/>
                <a:cs typeface="Times New Roman" panose="02020603050405020304" pitchFamily="18" charset="0"/>
              </a:rPr>
              <a:t>CLIPPER CIRCUITS</a:t>
            </a:r>
            <a:endParaRPr lang="en-IN" altLang="en-US" sz="2400" dirty="0">
              <a:solidFill>
                <a:schemeClr val="bg1"/>
              </a:solidFill>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DD8256FA-5FBA-8F7F-E23D-84FBF4D0B3CA}"/>
              </a:ext>
            </a:extLst>
          </p:cNvPr>
          <p:cNvSpPr txBox="1">
            <a:spLocks noChangeArrowheads="1"/>
          </p:cNvSpPr>
          <p:nvPr/>
        </p:nvSpPr>
        <p:spPr bwMode="auto">
          <a:xfrm>
            <a:off x="252145" y="2294173"/>
            <a:ext cx="4572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lgn="just">
              <a:spcBef>
                <a:spcPct val="0"/>
              </a:spcBef>
              <a:buNone/>
            </a:pPr>
            <a:r>
              <a:rPr lang="en-IN" altLang="en-US" sz="1800" b="1" dirty="0">
                <a:solidFill>
                  <a:srgbClr val="363636"/>
                </a:solidFill>
                <a:latin typeface="+mn-lt"/>
                <a:cs typeface="Times New Roman" panose="02020603050405020304" pitchFamily="18" charset="0"/>
              </a:rPr>
              <a:t>SERIES NEGATIVE CLIPPER</a:t>
            </a:r>
            <a:endParaRPr lang="en-IN" altLang="en-US" sz="1800" dirty="0">
              <a:solidFill>
                <a:prstClr val="black"/>
              </a:solidFill>
              <a:latin typeface="+mn-lt"/>
              <a:cs typeface="Times New Roman" panose="02020603050405020304" pitchFamily="18" charset="0"/>
            </a:endParaRPr>
          </a:p>
        </p:txBody>
      </p:sp>
      <p:pic>
        <p:nvPicPr>
          <p:cNvPr id="5" name="Picture 5">
            <a:extLst>
              <a:ext uri="{FF2B5EF4-FFF2-40B4-BE49-F238E27FC236}">
                <a16:creationId xmlns:a16="http://schemas.microsoft.com/office/drawing/2014/main" id="{FDBF1744-1558-279D-443A-A1ED1FDC4F7D}"/>
              </a:ext>
            </a:extLst>
          </p:cNvPr>
          <p:cNvPicPr>
            <a:picLocks noChangeAspect="1" noChangeArrowheads="1"/>
          </p:cNvPicPr>
          <p:nvPr/>
        </p:nvPicPr>
        <p:blipFill>
          <a:blip r:embed="R19908ce265d241a0">
            <a:extLst>
              <a:ext uri="{28A0092B-C50C-407E-A947-70E740481C1C}">
                <a14:useLocalDpi xmlns:a14="http://schemas.microsoft.com/office/drawing/2010/main" val="0"/>
              </a:ext>
            </a:extLst>
          </a:blip>
          <a:srcRect/>
          <a:stretch>
            <a:fillRect/>
          </a:stretch>
        </p:blipFill>
        <p:spPr bwMode="auto">
          <a:xfrm>
            <a:off x="1331913" y="2852738"/>
            <a:ext cx="6232525"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392859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40B77-F390-5BBB-3CAB-0B01CAE79E0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AE33768-92D2-33CB-1601-DA9BF5E39CED}"/>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78E1A669-E7F0-4941-2766-7A47B8AD0191}"/>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7E379EEE-6B86-0E8E-E126-41192C57E33F}"/>
              </a:ext>
            </a:extLst>
          </p:cNvPr>
          <p:cNvSpPr>
            <a:spLocks noChangeArrowheads="1"/>
          </p:cNvSpPr>
          <p:nvPr>
            <p:custDataLst>
              <p:tags r:id="R4d57dac8a94b401b"/>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IN" altLang="en-US" sz="2400" b="1" dirty="0">
                <a:solidFill>
                  <a:schemeClr val="bg1"/>
                </a:solidFill>
                <a:latin typeface="+mj-lt"/>
                <a:ea typeface="Calibri" panose="020F0502020204030204" pitchFamily="34" charset="0"/>
                <a:cs typeface="Times New Roman" panose="02020603050405020304" pitchFamily="18" charset="0"/>
              </a:rPr>
              <a:t>CLIPPER CIRCUITS</a:t>
            </a:r>
            <a:endParaRPr lang="en-IN" altLang="en-US" sz="2400" dirty="0">
              <a:solidFill>
                <a:schemeClr val="bg1"/>
              </a:solidFill>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BAC19E99-80E6-AD1B-86A8-280B3B5550A5}"/>
              </a:ext>
            </a:extLst>
          </p:cNvPr>
          <p:cNvSpPr txBox="1">
            <a:spLocks noChangeArrowheads="1"/>
          </p:cNvSpPr>
          <p:nvPr/>
        </p:nvSpPr>
        <p:spPr bwMode="auto">
          <a:xfrm>
            <a:off x="252145" y="2294173"/>
            <a:ext cx="47719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lgn="just">
              <a:spcBef>
                <a:spcPct val="0"/>
              </a:spcBef>
              <a:buNone/>
            </a:pPr>
            <a:r>
              <a:rPr lang="en-IN" altLang="en-US" sz="1800" b="1" dirty="0">
                <a:solidFill>
                  <a:srgbClr val="363636"/>
                </a:solidFill>
                <a:latin typeface="+mn-lt"/>
                <a:cs typeface="Times New Roman" panose="02020603050405020304" pitchFamily="18" charset="0"/>
              </a:rPr>
              <a:t>SERIES NEGATIVE CLIPPER</a:t>
            </a:r>
            <a:r>
              <a:rPr kumimoji="0" lang="en-IN" altLang="en-US" sz="1800" b="1" i="0" u="none" strike="noStrike" kern="1200" cap="none" spc="0" normalizeH="0" baseline="0" noProof="0" dirty="0">
                <a:ln>
                  <a:noFill/>
                </a:ln>
                <a:solidFill>
                  <a:srgbClr val="363636"/>
                </a:solidFill>
                <a:effectLst/>
                <a:uLnTx/>
                <a:uFillTx/>
                <a:latin typeface="+mn-lt"/>
                <a:ea typeface="+mn-ea"/>
                <a:cs typeface="Times New Roman" panose="02020603050405020304" pitchFamily="18" charset="0"/>
              </a:rPr>
              <a:t> WITH BIAS</a:t>
            </a:r>
            <a:r>
              <a:rPr lang="en-IN" altLang="en-US" sz="1800" b="1" dirty="0">
                <a:solidFill>
                  <a:srgbClr val="363636"/>
                </a:solidFill>
                <a:latin typeface="+mn-lt"/>
                <a:cs typeface="Times New Roman" panose="02020603050405020304" pitchFamily="18" charset="0"/>
              </a:rPr>
              <a:t> </a:t>
            </a:r>
            <a:endParaRPr lang="en-IN" altLang="en-US" sz="1800" dirty="0">
              <a:solidFill>
                <a:prstClr val="black"/>
              </a:solidFill>
              <a:latin typeface="+mn-lt"/>
              <a:cs typeface="Times New Roman" panose="02020603050405020304" pitchFamily="18" charset="0"/>
            </a:endParaRPr>
          </a:p>
        </p:txBody>
      </p:sp>
      <p:pic>
        <p:nvPicPr>
          <p:cNvPr id="6" name="Picture 3">
            <a:extLst>
              <a:ext uri="{FF2B5EF4-FFF2-40B4-BE49-F238E27FC236}">
                <a16:creationId xmlns:a16="http://schemas.microsoft.com/office/drawing/2014/main" id="{21ED1D73-6373-878E-9FA9-BC04309F30CE}"/>
              </a:ext>
            </a:extLst>
          </p:cNvPr>
          <p:cNvPicPr>
            <a:picLocks noChangeAspect="1" noChangeArrowheads="1"/>
          </p:cNvPicPr>
          <p:nvPr/>
        </p:nvPicPr>
        <p:blipFill>
          <a:blip r:embed="Rb9b88b3ae3244866">
            <a:extLst>
              <a:ext uri="{28A0092B-C50C-407E-A947-70E740481C1C}">
                <a14:useLocalDpi xmlns:a14="http://schemas.microsoft.com/office/drawing/2010/main" val="0"/>
              </a:ext>
            </a:extLst>
          </a:blip>
          <a:srcRect/>
          <a:stretch>
            <a:fillRect/>
          </a:stretch>
        </p:blipFill>
        <p:spPr bwMode="auto">
          <a:xfrm>
            <a:off x="2143518" y="2600681"/>
            <a:ext cx="5129213" cy="3187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40945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4" y="1955845"/>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03478" y="2256535"/>
            <a:ext cx="7887578" cy="630942"/>
          </a:xfrm>
          <a:prstGeom prst="rect">
            <a:avLst/>
          </a:prstGeom>
        </p:spPr>
        <p:txBody>
          <a:bodyPr wrap="square">
            <a:spAutoFit/>
          </a:bodyPr>
          <a:lstStyle/>
          <a:p>
            <a:pPr algn="ctr"/>
            <a:r>
              <a:rPr lang="en-US" sz="3500" dirty="0">
                <a:solidFill>
                  <a:schemeClr val="bg1"/>
                </a:solidFill>
                <a:latin typeface="+mj-lt"/>
                <a:ea typeface="Calibri" panose="020F0502020204030204" pitchFamily="34" charset="0"/>
                <a:cs typeface="Times New Roman" panose="02020603050405020304" pitchFamily="18" charset="0"/>
              </a:rPr>
              <a:t>DIODE AND TRANSISTORS</a:t>
            </a:r>
          </a:p>
        </p:txBody>
      </p:sp>
      <p:sp>
        <p:nvSpPr>
          <p:cNvPr id="7" name="Rectangle 6"/>
          <p:cNvSpPr/>
          <p:nvPr/>
        </p:nvSpPr>
        <p:spPr>
          <a:xfrm>
            <a:off x="342741" y="5601409"/>
            <a:ext cx="3832829" cy="323165"/>
          </a:xfrm>
          <a:prstGeom prst="rect">
            <a:avLst/>
          </a:prstGeom>
        </p:spPr>
        <p:txBody>
          <a:bodyPr wrap="square">
            <a:spAutoFit/>
          </a:bodyPr>
          <a:lstStyle/>
          <a:p>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056D2D65-FF19-92B6-7910-30838DFA4D4A}"/>
              </a:ext>
            </a:extLst>
          </p:cNvPr>
          <p:cNvSpPr txBox="1"/>
          <p:nvPr/>
        </p:nvSpPr>
        <p:spPr>
          <a:xfrm>
            <a:off x="107879" y="5601409"/>
            <a:ext cx="4572000" cy="98488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Dr. Shubhrajyoti Kundu</a:t>
            </a:r>
            <a:br>
              <a:rPr kumimoji="0" lang="en-US" sz="1058"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r>
              <a:rPr kumimoji="0" lang="en-US"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Assistant Professor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Electrical Engineering</a:t>
            </a:r>
            <a:endParaRPr lang="en-IN" dirty="0"/>
          </a:p>
        </p:txBody>
      </p:sp>
    </p:spTree>
    <p:extLst>
      <p:ext uri="{BB962C8B-B14F-4D97-AF65-F5344CB8AC3E}">
        <p14:creationId xmlns:p14="http://schemas.microsoft.com/office/powerpoint/2010/main" val="42661235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31076" y="1778284"/>
            <a:ext cx="6074228" cy="3508653"/>
          </a:xfrm>
          <a:prstGeom prst="rect">
            <a:avLst/>
          </a:prstGeom>
          <a:noFill/>
        </p:spPr>
        <p:txBody>
          <a:bodyPr wrap="square">
            <a:spAutoFit/>
          </a:bodyPr>
          <a:lstStyle/>
          <a:p>
            <a:r>
              <a:rPr lang="en-US" sz="2200" b="1" dirty="0">
                <a:solidFill>
                  <a:schemeClr val="bg1"/>
                </a:solidFill>
              </a:rPr>
              <a:t>Content </a:t>
            </a:r>
          </a:p>
          <a:p>
            <a:endParaRPr lang="en-US" sz="2200" dirty="0"/>
          </a:p>
          <a:p>
            <a:pPr marL="342900" indent="-342900">
              <a:buAutoNum type="arabicPeriod"/>
            </a:pPr>
            <a:r>
              <a:rPr lang="en-US" sz="2200" dirty="0"/>
              <a:t>Clipper Circuits                                                          3                </a:t>
            </a:r>
          </a:p>
          <a:p>
            <a:r>
              <a:rPr lang="en-US" sz="2200" dirty="0"/>
              <a:t>   1.1 Shunt or Parallel Positive Clipper</a:t>
            </a:r>
          </a:p>
          <a:p>
            <a:r>
              <a:rPr lang="en-US" sz="2200" dirty="0"/>
              <a:t>   1.2 Shunt or Parallel Positive Clipper with bias</a:t>
            </a:r>
          </a:p>
          <a:p>
            <a:r>
              <a:rPr lang="en-US" sz="2200" dirty="0"/>
              <a:t>   1.3 Shunt or Parallel Negative Clipper</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2788355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6B470-334C-25F3-9DB9-4C2C870AE27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06ACB3B-4C75-9758-0BEE-E45457CA2C74}"/>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5DC377D-2434-9CF9-2FD2-735849C07041}"/>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8123CFC-0266-C052-BCE6-061C2A4E6C38}"/>
              </a:ext>
            </a:extLst>
          </p:cNvPr>
          <p:cNvSpPr>
            <a:spLocks noChangeArrowheads="1"/>
          </p:cNvSpPr>
          <p:nvPr>
            <p:custDataLst>
              <p:tags r:id="Rca54245f64914eac"/>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IN" altLang="en-US" sz="2400" b="1" dirty="0">
                <a:solidFill>
                  <a:schemeClr val="bg1"/>
                </a:solidFill>
                <a:latin typeface="+mj-lt"/>
                <a:ea typeface="Calibri" panose="020F0502020204030204" pitchFamily="34" charset="0"/>
                <a:cs typeface="Times New Roman" panose="02020603050405020304" pitchFamily="18" charset="0"/>
              </a:rPr>
              <a:t>CLIPPER CIRCUITS</a:t>
            </a:r>
            <a:endParaRPr lang="en-IN" altLang="en-US" sz="2400" dirty="0">
              <a:solidFill>
                <a:schemeClr val="bg1"/>
              </a:solidFill>
              <a:latin typeface="+mj-lt"/>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FCEE0F44-863F-A144-2921-21CD0F2A69CE}"/>
              </a:ext>
            </a:extLst>
          </p:cNvPr>
          <p:cNvSpPr txBox="1">
            <a:spLocks noChangeArrowheads="1"/>
          </p:cNvSpPr>
          <p:nvPr/>
        </p:nvSpPr>
        <p:spPr bwMode="auto">
          <a:xfrm>
            <a:off x="34925" y="2393950"/>
            <a:ext cx="4967288"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just">
              <a:lnSpc>
                <a:spcPct val="107000"/>
              </a:lnSpc>
              <a:spcBef>
                <a:spcPct val="0"/>
              </a:spcBef>
              <a:spcAft>
                <a:spcPts val="800"/>
              </a:spcAft>
              <a:buFontTx/>
              <a:buNone/>
            </a:pPr>
            <a:r>
              <a:rPr lang="en-IN" altLang="en-US" sz="1800" b="1" dirty="0">
                <a:latin typeface="+mn-lt"/>
                <a:ea typeface="Calibri" panose="020F0502020204030204" pitchFamily="34" charset="0"/>
                <a:cs typeface="Times New Roman" panose="02020603050405020304" pitchFamily="18" charset="0"/>
              </a:rPr>
              <a:t>SHUNT OR PARALLEL POSITIVE CLIPPER</a:t>
            </a:r>
            <a:endParaRPr lang="en-IN" altLang="en-US" sz="1600" dirty="0">
              <a:latin typeface="+mn-lt"/>
              <a:ea typeface="Calibri" panose="020F0502020204030204" pitchFamily="34" charset="0"/>
              <a:cs typeface="Times New Roman" panose="02020603050405020304" pitchFamily="18" charset="0"/>
            </a:endParaRPr>
          </a:p>
        </p:txBody>
      </p:sp>
      <p:pic>
        <p:nvPicPr>
          <p:cNvPr id="7" name="Picture 5">
            <a:extLst>
              <a:ext uri="{FF2B5EF4-FFF2-40B4-BE49-F238E27FC236}">
                <a16:creationId xmlns:a16="http://schemas.microsoft.com/office/drawing/2014/main" id="{F410C362-DEA9-0581-A549-E4497E0E36F8}"/>
              </a:ext>
            </a:extLst>
          </p:cNvPr>
          <p:cNvPicPr>
            <a:picLocks noChangeAspect="1" noChangeArrowheads="1"/>
          </p:cNvPicPr>
          <p:nvPr/>
        </p:nvPicPr>
        <p:blipFill>
          <a:blip r:embed="R838a6d90ea1940d0">
            <a:extLst>
              <a:ext uri="{28A0092B-C50C-407E-A947-70E740481C1C}">
                <a14:useLocalDpi xmlns:a14="http://schemas.microsoft.com/office/drawing/2010/main" val="0"/>
              </a:ext>
            </a:extLst>
          </a:blip>
          <a:srcRect/>
          <a:stretch>
            <a:fillRect/>
          </a:stretch>
        </p:blipFill>
        <p:spPr bwMode="auto">
          <a:xfrm>
            <a:off x="1017587" y="2902075"/>
            <a:ext cx="7108825" cy="325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47451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63045-2351-418A-BC1B-93A6580B7B9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94CA8A2-C13F-F4BF-3110-FA2C3B61E364}"/>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7E8DF110-A7E6-2C74-C58F-000B7F50A46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1C53352-55DF-EA0F-0017-22768D55E584}"/>
              </a:ext>
            </a:extLst>
          </p:cNvPr>
          <p:cNvSpPr>
            <a:spLocks noChangeArrowheads="1"/>
          </p:cNvSpPr>
          <p:nvPr>
            <p:custDataLst>
              <p:tags r:id="R7b1802aefbc34d09"/>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IN" altLang="en-US" sz="2400" b="1" dirty="0">
                <a:solidFill>
                  <a:schemeClr val="bg1"/>
                </a:solidFill>
                <a:latin typeface="+mj-lt"/>
                <a:ea typeface="Calibri" panose="020F0502020204030204" pitchFamily="34" charset="0"/>
                <a:cs typeface="Times New Roman" panose="02020603050405020304" pitchFamily="18" charset="0"/>
              </a:rPr>
              <a:t>CLIPPER CIRCUITS</a:t>
            </a:r>
            <a:endParaRPr lang="en-IN" altLang="en-US" sz="2400" dirty="0">
              <a:solidFill>
                <a:schemeClr val="bg1"/>
              </a:solidFill>
              <a:latin typeface="+mj-lt"/>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8CB7E84-FFF8-C447-5A44-2F02258740B3}"/>
              </a:ext>
            </a:extLst>
          </p:cNvPr>
          <p:cNvSpPr txBox="1">
            <a:spLocks noChangeArrowheads="1"/>
          </p:cNvSpPr>
          <p:nvPr/>
        </p:nvSpPr>
        <p:spPr bwMode="auto">
          <a:xfrm>
            <a:off x="34925" y="2393950"/>
            <a:ext cx="6201488" cy="374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just">
              <a:lnSpc>
                <a:spcPct val="107000"/>
              </a:lnSpc>
              <a:spcBef>
                <a:spcPct val="0"/>
              </a:spcBef>
              <a:spcAft>
                <a:spcPts val="800"/>
              </a:spcAft>
              <a:buFontTx/>
              <a:buNone/>
            </a:pPr>
            <a:r>
              <a:rPr lang="en-IN" altLang="en-US" sz="1800" b="1" dirty="0">
                <a:latin typeface="+mn-lt"/>
                <a:ea typeface="Calibri" panose="020F0502020204030204" pitchFamily="34" charset="0"/>
                <a:cs typeface="Times New Roman" panose="02020603050405020304" pitchFamily="18" charset="0"/>
              </a:rPr>
              <a:t>SHUNT OR PARALLEL POSITIVE CLIPPER WITH BIAS </a:t>
            </a:r>
            <a:endParaRPr lang="en-IN" altLang="en-US" sz="1600" dirty="0">
              <a:latin typeface="+mn-lt"/>
              <a:ea typeface="Calibri" panose="020F0502020204030204" pitchFamily="34" charset="0"/>
              <a:cs typeface="Times New Roman" panose="02020603050405020304" pitchFamily="18" charset="0"/>
            </a:endParaRPr>
          </a:p>
        </p:txBody>
      </p:sp>
      <p:pic>
        <p:nvPicPr>
          <p:cNvPr id="3" name="Picture 3">
            <a:extLst>
              <a:ext uri="{FF2B5EF4-FFF2-40B4-BE49-F238E27FC236}">
                <a16:creationId xmlns:a16="http://schemas.microsoft.com/office/drawing/2014/main" id="{7D26DC7A-EE45-9112-A358-86FC293F3EA1}"/>
              </a:ext>
            </a:extLst>
          </p:cNvPr>
          <p:cNvPicPr>
            <a:picLocks noChangeAspect="1" noChangeArrowheads="1"/>
          </p:cNvPicPr>
          <p:nvPr/>
        </p:nvPicPr>
        <p:blipFill>
          <a:blip r:embed="R548de359d8e94a54">
            <a:extLst>
              <a:ext uri="{28A0092B-C50C-407E-A947-70E740481C1C}">
                <a14:useLocalDpi xmlns:a14="http://schemas.microsoft.com/office/drawing/2010/main" val="0"/>
              </a:ext>
            </a:extLst>
          </a:blip>
          <a:srcRect/>
          <a:stretch>
            <a:fillRect/>
          </a:stretch>
        </p:blipFill>
        <p:spPr bwMode="auto">
          <a:xfrm>
            <a:off x="1597025" y="2909888"/>
            <a:ext cx="5649913" cy="2997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56533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C20F3-D0B8-E09B-881A-16BCBB2DC4C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7AED4CF-B7C4-F384-DDB0-47B0F2B52451}"/>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9777C598-8E3C-E433-B304-910437C4FB65}"/>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B0F1BEDC-3139-E1C0-D422-6AFE21597A5E}"/>
              </a:ext>
            </a:extLst>
          </p:cNvPr>
          <p:cNvSpPr>
            <a:spLocks noChangeArrowheads="1"/>
          </p:cNvSpPr>
          <p:nvPr>
            <p:custDataLst>
              <p:tags r:id="R5d30203a14df44de"/>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IN" altLang="en-US" sz="2400" b="1" dirty="0">
                <a:solidFill>
                  <a:schemeClr val="bg1"/>
                </a:solidFill>
                <a:latin typeface="+mj-lt"/>
                <a:ea typeface="Calibri" panose="020F0502020204030204" pitchFamily="34" charset="0"/>
                <a:cs typeface="Times New Roman" panose="02020603050405020304" pitchFamily="18" charset="0"/>
              </a:rPr>
              <a:t>CLIPPER CIRCUITS</a:t>
            </a:r>
            <a:endParaRPr lang="en-IN" altLang="en-US" sz="2400" dirty="0">
              <a:solidFill>
                <a:schemeClr val="bg1"/>
              </a:solidFill>
              <a:latin typeface="+mj-lt"/>
              <a:ea typeface="Calibri" panose="020F0502020204030204" pitchFamily="34" charset="0"/>
              <a:cs typeface="Times New Roman" panose="02020603050405020304" pitchFamily="18" charset="0"/>
            </a:endParaRPr>
          </a:p>
        </p:txBody>
      </p:sp>
      <p:sp>
        <p:nvSpPr>
          <p:cNvPr id="6" name="TextBox 4">
            <a:extLst>
              <a:ext uri="{FF2B5EF4-FFF2-40B4-BE49-F238E27FC236}">
                <a16:creationId xmlns:a16="http://schemas.microsoft.com/office/drawing/2014/main" id="{A440E478-56BD-7B67-B19F-73A86E2FD0FE}"/>
              </a:ext>
            </a:extLst>
          </p:cNvPr>
          <p:cNvSpPr txBox="1">
            <a:spLocks noChangeArrowheads="1"/>
          </p:cNvSpPr>
          <p:nvPr/>
        </p:nvSpPr>
        <p:spPr bwMode="auto">
          <a:xfrm>
            <a:off x="187325" y="2457450"/>
            <a:ext cx="51054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just">
              <a:lnSpc>
                <a:spcPct val="107000"/>
              </a:lnSpc>
              <a:spcBef>
                <a:spcPct val="0"/>
              </a:spcBef>
              <a:spcAft>
                <a:spcPts val="800"/>
              </a:spcAft>
              <a:buFontTx/>
              <a:buNone/>
            </a:pPr>
            <a:r>
              <a:rPr lang="en-IN" altLang="en-US" sz="1800" b="1" dirty="0">
                <a:latin typeface="+mn-lt"/>
                <a:ea typeface="Calibri" panose="020F0502020204030204" pitchFamily="34" charset="0"/>
                <a:cs typeface="Times New Roman" panose="02020603050405020304" pitchFamily="18" charset="0"/>
              </a:rPr>
              <a:t>SHUNT OR PARALLEL NEGATIVE CLIPPER</a:t>
            </a:r>
            <a:endParaRPr lang="en-IN" altLang="en-US" sz="1600" dirty="0">
              <a:latin typeface="+mn-lt"/>
              <a:ea typeface="Calibri" panose="020F0502020204030204" pitchFamily="34" charset="0"/>
              <a:cs typeface="Times New Roman" panose="02020603050405020304" pitchFamily="18" charset="0"/>
            </a:endParaRPr>
          </a:p>
        </p:txBody>
      </p:sp>
      <p:pic>
        <p:nvPicPr>
          <p:cNvPr id="7" name="Picture 5">
            <a:extLst>
              <a:ext uri="{FF2B5EF4-FFF2-40B4-BE49-F238E27FC236}">
                <a16:creationId xmlns:a16="http://schemas.microsoft.com/office/drawing/2014/main" id="{DD3E9683-3132-06EB-8E99-500590758CBD}"/>
              </a:ext>
            </a:extLst>
          </p:cNvPr>
          <p:cNvPicPr>
            <a:picLocks noChangeAspect="1" noChangeArrowheads="1"/>
          </p:cNvPicPr>
          <p:nvPr/>
        </p:nvPicPr>
        <p:blipFill>
          <a:blip r:embed="Rafad133fc3804ab4">
            <a:grayscl/>
            <a:biLevel thresh="50000"/>
            <a:extLst>
              <a:ext uri="{28A0092B-C50C-407E-A947-70E740481C1C}">
                <a14:useLocalDpi xmlns:a14="http://schemas.microsoft.com/office/drawing/2010/main" val="0"/>
              </a:ext>
            </a:extLst>
          </a:blip>
          <a:srcRect/>
          <a:stretch>
            <a:fillRect/>
          </a:stretch>
        </p:blipFill>
        <p:spPr bwMode="auto">
          <a:xfrm>
            <a:off x="1223963" y="2838450"/>
            <a:ext cx="6696075" cy="339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860411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4" y="1955845"/>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03478" y="2256535"/>
            <a:ext cx="7887578" cy="630942"/>
          </a:xfrm>
          <a:prstGeom prst="rect">
            <a:avLst/>
          </a:prstGeom>
        </p:spPr>
        <p:txBody>
          <a:bodyPr wrap="square">
            <a:spAutoFit/>
          </a:bodyPr>
          <a:lstStyle/>
          <a:p>
            <a:pPr algn="ctr"/>
            <a:r>
              <a:rPr lang="en-US" sz="3500" dirty="0">
                <a:solidFill>
                  <a:schemeClr val="bg1"/>
                </a:solidFill>
                <a:latin typeface="+mj-lt"/>
                <a:ea typeface="Calibri" panose="020F0502020204030204" pitchFamily="34" charset="0"/>
                <a:cs typeface="Times New Roman" panose="02020603050405020304" pitchFamily="18" charset="0"/>
              </a:rPr>
              <a:t>DIODE AND TRANSISTORS</a:t>
            </a:r>
          </a:p>
        </p:txBody>
      </p:sp>
      <p:sp>
        <p:nvSpPr>
          <p:cNvPr id="7" name="Rectangle 6"/>
          <p:cNvSpPr/>
          <p:nvPr/>
        </p:nvSpPr>
        <p:spPr>
          <a:xfrm>
            <a:off x="342741" y="5601409"/>
            <a:ext cx="3832829" cy="323165"/>
          </a:xfrm>
          <a:prstGeom prst="rect">
            <a:avLst/>
          </a:prstGeom>
        </p:spPr>
        <p:txBody>
          <a:bodyPr wrap="square">
            <a:spAutoFit/>
          </a:bodyPr>
          <a:lstStyle/>
          <a:p>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056D2D65-FF19-92B6-7910-30838DFA4D4A}"/>
              </a:ext>
            </a:extLst>
          </p:cNvPr>
          <p:cNvSpPr txBox="1"/>
          <p:nvPr/>
        </p:nvSpPr>
        <p:spPr>
          <a:xfrm>
            <a:off x="107879" y="5601409"/>
            <a:ext cx="4572000" cy="98488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Dr. Shubhrajyoti Kundu</a:t>
            </a:r>
            <a:br>
              <a:rPr kumimoji="0" lang="en-US" sz="1058"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r>
              <a:rPr kumimoji="0" lang="en-US"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Assistant Professor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Electrical Engineering</a:t>
            </a:r>
            <a:endParaRPr lang="en-IN" dirty="0"/>
          </a:p>
        </p:txBody>
      </p:sp>
    </p:spTree>
    <p:extLst>
      <p:ext uri="{BB962C8B-B14F-4D97-AF65-F5344CB8AC3E}">
        <p14:creationId xmlns:p14="http://schemas.microsoft.com/office/powerpoint/2010/main" val="42661235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31076" y="1778284"/>
            <a:ext cx="6074228" cy="5201424"/>
          </a:xfrm>
          <a:prstGeom prst="rect">
            <a:avLst/>
          </a:prstGeom>
          <a:noFill/>
        </p:spPr>
        <p:txBody>
          <a:bodyPr wrap="square">
            <a:spAutoFit/>
          </a:bodyPr>
          <a:lstStyle/>
          <a:p>
            <a:r>
              <a:rPr lang="en-US" sz="2200" b="1" dirty="0">
                <a:solidFill>
                  <a:schemeClr val="bg1"/>
                </a:solidFill>
              </a:rPr>
              <a:t>Content </a:t>
            </a:r>
          </a:p>
          <a:p>
            <a:endParaRPr lang="en-US" sz="2200" dirty="0"/>
          </a:p>
          <a:p>
            <a:pPr marL="342900" indent="-342900">
              <a:buAutoNum type="arabicPeriod"/>
            </a:pPr>
            <a:r>
              <a:rPr lang="en-US" sz="2200" dirty="0"/>
              <a:t>Clipper Circuits                                                         2</a:t>
            </a:r>
          </a:p>
          <a:p>
            <a:r>
              <a:rPr lang="en-US" sz="2200" dirty="0"/>
              <a:t>   1.1 Shunt or Parallel Negative Clipper with Bias</a:t>
            </a:r>
          </a:p>
          <a:p>
            <a:r>
              <a:rPr lang="en-US" sz="2200" dirty="0"/>
              <a:t>   1.2 Dual Diode Clipper</a:t>
            </a:r>
          </a:p>
          <a:p>
            <a:endParaRPr lang="en-US" sz="2200" dirty="0"/>
          </a:p>
          <a:p>
            <a:pPr marL="342900" indent="-342900">
              <a:buAutoNum type="arabicPeriod" startAt="2"/>
            </a:pPr>
            <a:r>
              <a:rPr lang="en-US" sz="2200" dirty="0"/>
              <a:t>Clamping Circuits                                                     8</a:t>
            </a:r>
          </a:p>
          <a:p>
            <a:r>
              <a:rPr lang="en-US" sz="2200" dirty="0"/>
              <a:t>   2.1 Positive Clamper</a:t>
            </a:r>
          </a:p>
          <a:p>
            <a:r>
              <a:rPr lang="en-US" sz="2200" dirty="0"/>
              <a:t>   2.2 Positive Clamper with Bias</a:t>
            </a:r>
          </a:p>
          <a:p>
            <a:r>
              <a:rPr lang="en-US" sz="2200" dirty="0"/>
              <a:t>   2.3 Negative Clamper</a:t>
            </a:r>
          </a:p>
          <a:p>
            <a:r>
              <a:rPr lang="en-US" sz="2200" dirty="0"/>
              <a:t>   2.4 Negative Clamper with Bias</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2788355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88EC7-4B37-D7E3-C0D3-9A6DF80FCEE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456DCCE-07E3-6E99-0039-E56F926F0AD2}"/>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742837A2-46B6-FE2F-7E03-44110222CCAF}"/>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DA413266-CA63-1995-2C9A-59992898231D}"/>
              </a:ext>
            </a:extLst>
          </p:cNvPr>
          <p:cNvSpPr>
            <a:spLocks noChangeArrowheads="1"/>
          </p:cNvSpPr>
          <p:nvPr>
            <p:custDataLst>
              <p:tags r:id="Rbc9026fa00f34d8d"/>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IN" altLang="en-US" sz="2400" b="1" dirty="0">
                <a:solidFill>
                  <a:schemeClr val="bg1"/>
                </a:solidFill>
                <a:latin typeface="+mj-lt"/>
                <a:ea typeface="Calibri" panose="020F0502020204030204" pitchFamily="34" charset="0"/>
                <a:cs typeface="Times New Roman" panose="02020603050405020304" pitchFamily="18" charset="0"/>
              </a:rPr>
              <a:t>CLIPPER CIRCUITS</a:t>
            </a:r>
            <a:endParaRPr lang="en-IN" altLang="en-US" sz="2400" dirty="0">
              <a:solidFill>
                <a:schemeClr val="bg1"/>
              </a:solidFill>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35FDE1DA-A2F2-7A3C-7F5F-EA16B102EC2D}"/>
              </a:ext>
            </a:extLst>
          </p:cNvPr>
          <p:cNvSpPr txBox="1">
            <a:spLocks noChangeArrowheads="1"/>
          </p:cNvSpPr>
          <p:nvPr/>
        </p:nvSpPr>
        <p:spPr bwMode="auto">
          <a:xfrm>
            <a:off x="143838" y="2294173"/>
            <a:ext cx="6340475"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just">
              <a:lnSpc>
                <a:spcPct val="107000"/>
              </a:lnSpc>
              <a:spcBef>
                <a:spcPct val="0"/>
              </a:spcBef>
              <a:spcAft>
                <a:spcPts val="800"/>
              </a:spcAft>
              <a:buFontTx/>
              <a:buNone/>
            </a:pPr>
            <a:r>
              <a:rPr lang="en-IN" altLang="en-US" sz="1800" b="1" dirty="0">
                <a:latin typeface="+mn-lt"/>
                <a:ea typeface="Calibri" panose="020F0502020204030204" pitchFamily="34" charset="0"/>
                <a:cs typeface="Times New Roman" panose="02020603050405020304" pitchFamily="18" charset="0"/>
              </a:rPr>
              <a:t>SHUNT OR PARALLEL NEGATIVE CLIPPER WITH BIAS</a:t>
            </a:r>
            <a:endParaRPr lang="en-IN" altLang="en-US" sz="1600" dirty="0">
              <a:latin typeface="+mn-lt"/>
              <a:ea typeface="Calibri" panose="020F0502020204030204" pitchFamily="34" charset="0"/>
              <a:cs typeface="Times New Roman" panose="02020603050405020304" pitchFamily="18" charset="0"/>
            </a:endParaRPr>
          </a:p>
        </p:txBody>
      </p:sp>
      <p:pic>
        <p:nvPicPr>
          <p:cNvPr id="5" name="Picture 3">
            <a:extLst>
              <a:ext uri="{FF2B5EF4-FFF2-40B4-BE49-F238E27FC236}">
                <a16:creationId xmlns:a16="http://schemas.microsoft.com/office/drawing/2014/main" id="{D50DDC89-A4C6-27C9-EC05-2379C4169A43}"/>
              </a:ext>
            </a:extLst>
          </p:cNvPr>
          <p:cNvPicPr>
            <a:picLocks noChangeAspect="1" noChangeArrowheads="1"/>
          </p:cNvPicPr>
          <p:nvPr/>
        </p:nvPicPr>
        <p:blipFill>
          <a:blip r:embed="R89bfd9826fb94c24">
            <a:extLst>
              <a:ext uri="{28A0092B-C50C-407E-A947-70E740481C1C}">
                <a14:useLocalDpi xmlns:a14="http://schemas.microsoft.com/office/drawing/2010/main" val="0"/>
              </a:ext>
            </a:extLst>
          </a:blip>
          <a:srcRect/>
          <a:stretch>
            <a:fillRect/>
          </a:stretch>
        </p:blipFill>
        <p:spPr bwMode="auto">
          <a:xfrm>
            <a:off x="2090738" y="2813051"/>
            <a:ext cx="5227637" cy="3217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88305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3A5AC-6CA4-D200-D68C-8A423C9633D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C85B5DE-E2EB-2120-5B89-308E9FB0440E}"/>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C972E1D8-88EC-58D3-9E8A-1A4A20E841A4}"/>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47EF4A61-7023-BB5F-10C1-ACD39101750F}"/>
              </a:ext>
            </a:extLst>
          </p:cNvPr>
          <p:cNvSpPr>
            <a:spLocks noChangeArrowheads="1"/>
          </p:cNvSpPr>
          <p:nvPr>
            <p:custDataLst>
              <p:tags r:id="Rc6ea1db20ee443ac"/>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IN" altLang="en-US" sz="2400" b="1" dirty="0">
                <a:solidFill>
                  <a:schemeClr val="bg1"/>
                </a:solidFill>
                <a:latin typeface="+mj-lt"/>
                <a:ea typeface="Calibri" panose="020F0502020204030204" pitchFamily="34" charset="0"/>
                <a:cs typeface="Times New Roman" panose="02020603050405020304" pitchFamily="18" charset="0"/>
              </a:rPr>
              <a:t>DUAL (COMBINATION) DIODE CLIPPER</a:t>
            </a:r>
            <a:endParaRPr lang="en-IN" altLang="en-US" sz="2400" dirty="0">
              <a:solidFill>
                <a:schemeClr val="bg1"/>
              </a:solidFill>
              <a:latin typeface="+mj-lt"/>
              <a:ea typeface="Calibri" panose="020F0502020204030204" pitchFamily="34" charset="0"/>
              <a:cs typeface="Times New Roman" panose="02020603050405020304" pitchFamily="18" charset="0"/>
            </a:endParaRPr>
          </a:p>
        </p:txBody>
      </p:sp>
      <p:pic>
        <p:nvPicPr>
          <p:cNvPr id="6" name="Picture 1">
            <a:extLst>
              <a:ext uri="{FF2B5EF4-FFF2-40B4-BE49-F238E27FC236}">
                <a16:creationId xmlns:a16="http://schemas.microsoft.com/office/drawing/2014/main" id="{4D8C07D6-EF66-9105-300D-5C219FBA7C4A}"/>
              </a:ext>
            </a:extLst>
          </p:cNvPr>
          <p:cNvPicPr>
            <a:picLocks noChangeAspect="1" noChangeArrowheads="1"/>
          </p:cNvPicPr>
          <p:nvPr/>
        </p:nvPicPr>
        <p:blipFill>
          <a:blip r:embed="Rbdaea33bcee54cb0">
            <a:extLst>
              <a:ext uri="{28A0092B-C50C-407E-A947-70E740481C1C}">
                <a14:useLocalDpi xmlns:a14="http://schemas.microsoft.com/office/drawing/2010/main" val="0"/>
              </a:ext>
            </a:extLst>
          </a:blip>
          <a:srcRect/>
          <a:stretch>
            <a:fillRect/>
          </a:stretch>
        </p:blipFill>
        <p:spPr bwMode="auto">
          <a:xfrm>
            <a:off x="290513" y="2695575"/>
            <a:ext cx="8562975" cy="304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44722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9D593-3677-2242-2234-34A84E664C1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53141B0-7545-CC74-6D7A-DD2C00E93144}"/>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8C211A09-A010-CF9A-9B83-6C0983C3E42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FCB17B3B-2653-B6C7-A9C6-4784B0A5E191}"/>
              </a:ext>
            </a:extLst>
          </p:cNvPr>
          <p:cNvSpPr>
            <a:spLocks noChangeArrowheads="1"/>
          </p:cNvSpPr>
          <p:nvPr>
            <p:custDataLst>
              <p:tags r:id="R82e98fde95994c1a"/>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IN" altLang="en-US" sz="2400" b="1" dirty="0">
                <a:solidFill>
                  <a:schemeClr val="bg1"/>
                </a:solidFill>
                <a:latin typeface="+mj-lt"/>
                <a:ea typeface="Calibri" panose="020F0502020204030204" pitchFamily="34" charset="0"/>
                <a:cs typeface="Times New Roman" panose="02020603050405020304" pitchFamily="18" charset="0"/>
              </a:rPr>
              <a:t>CLAMPING CIRCUITS</a:t>
            </a:r>
            <a:endParaRPr lang="en-IN" altLang="en-US" sz="2400" dirty="0">
              <a:solidFill>
                <a:schemeClr val="bg1"/>
              </a:solidFill>
              <a:latin typeface="+mj-lt"/>
              <a:ea typeface="Calibri" panose="020F0502020204030204" pitchFamily="34" charset="0"/>
              <a:cs typeface="Times New Roman" panose="02020603050405020304" pitchFamily="18" charset="0"/>
            </a:endParaRPr>
          </a:p>
        </p:txBody>
      </p:sp>
      <p:sp>
        <p:nvSpPr>
          <p:cNvPr id="3" name="TextBox 3">
            <a:extLst>
              <a:ext uri="{FF2B5EF4-FFF2-40B4-BE49-F238E27FC236}">
                <a16:creationId xmlns:a16="http://schemas.microsoft.com/office/drawing/2014/main" id="{32181AF4-CBAE-EEC6-E56F-79749EDFD4C6}"/>
              </a:ext>
            </a:extLst>
          </p:cNvPr>
          <p:cNvSpPr txBox="1">
            <a:spLocks noChangeArrowheads="1"/>
          </p:cNvSpPr>
          <p:nvPr/>
        </p:nvSpPr>
        <p:spPr bwMode="auto">
          <a:xfrm>
            <a:off x="413401" y="2116476"/>
            <a:ext cx="8317197" cy="481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just">
              <a:lnSpc>
                <a:spcPct val="150000"/>
              </a:lnSpc>
              <a:spcBef>
                <a:spcPct val="0"/>
              </a:spcBef>
              <a:buFontTx/>
              <a:buNone/>
            </a:pPr>
            <a:r>
              <a:rPr lang="en-IN" altLang="en-US" sz="1800" dirty="0">
                <a:latin typeface="Times New Roman" panose="02020603050405020304" pitchFamily="18" charset="0"/>
                <a:cs typeface="Calibri" panose="020F0502020204030204" pitchFamily="34" charset="0"/>
              </a:rPr>
              <a:t>	</a:t>
            </a:r>
            <a:r>
              <a:rPr lang="en-IN" altLang="en-US" sz="1800" dirty="0">
                <a:latin typeface="+mn-lt"/>
                <a:cs typeface="Calibri" panose="020F0502020204030204" pitchFamily="34" charset="0"/>
              </a:rPr>
              <a:t>A circuit that places either the positive or negative peak of a signal at a desired D.C level is known as a clamping circuit. A clamping circuit introduces (or restores) a D.C level to an A.C signal. Thus a clamping circuit is also known as D.C restorer, or D.C reinserted or a baseline stabilizer. </a:t>
            </a:r>
          </a:p>
          <a:p>
            <a:pPr algn="just">
              <a:lnSpc>
                <a:spcPct val="150000"/>
              </a:lnSpc>
              <a:spcBef>
                <a:spcPct val="0"/>
              </a:spcBef>
              <a:spcAft>
                <a:spcPts val="800"/>
              </a:spcAft>
              <a:buFontTx/>
              <a:buNone/>
            </a:pPr>
            <a:r>
              <a:rPr lang="en-IN" altLang="en-US" sz="1800" dirty="0">
                <a:latin typeface="+mn-lt"/>
                <a:ea typeface="Calibri" panose="020F0502020204030204" pitchFamily="34" charset="0"/>
                <a:cs typeface="Times New Roman" panose="02020603050405020304" pitchFamily="18" charset="0"/>
              </a:rPr>
              <a:t>	Positive clamping occurs when negative peaks raised or clamped to ground or on the zero level In other words, it pushes the signal upwards so that negative peaks fall on the zero level.</a:t>
            </a:r>
          </a:p>
          <a:p>
            <a:pPr algn="just">
              <a:lnSpc>
                <a:spcPct val="150000"/>
              </a:lnSpc>
              <a:spcBef>
                <a:spcPct val="0"/>
              </a:spcBef>
              <a:spcAft>
                <a:spcPts val="800"/>
              </a:spcAft>
              <a:buFontTx/>
              <a:buNone/>
            </a:pPr>
            <a:r>
              <a:rPr lang="en-IN" altLang="en-US" sz="1800" dirty="0">
                <a:latin typeface="+mn-lt"/>
                <a:ea typeface="Calibri" panose="020F0502020204030204" pitchFamily="34" charset="0"/>
                <a:cs typeface="Times New Roman" panose="02020603050405020304" pitchFamily="18" charset="0"/>
              </a:rPr>
              <a:t>	Negative clamping occurs when positive peaks raised or clamped to ground or on the zero level In other words, it pushes the signal downwards so that the positive peaks fall on the zero level.</a:t>
            </a:r>
          </a:p>
          <a:p>
            <a:pPr algn="just">
              <a:lnSpc>
                <a:spcPct val="150000"/>
              </a:lnSpc>
              <a:spcBef>
                <a:spcPct val="0"/>
              </a:spcBef>
              <a:buFontTx/>
              <a:buNone/>
            </a:pPr>
            <a:endParaRPr lang="en-IN" altLang="en-US" sz="1800" dirty="0">
              <a:latin typeface="Arial" panose="020B0604020202020204" pitchFamily="34" charset="0"/>
            </a:endParaRPr>
          </a:p>
        </p:txBody>
      </p:sp>
    </p:spTree>
    <p:extLst>
      <p:ext uri="{BB962C8B-B14F-4D97-AF65-F5344CB8AC3E}">
        <p14:creationId xmlns:p14="http://schemas.microsoft.com/office/powerpoint/2010/main" val="23982578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379F7-9D5E-056A-BAF4-1D59C1C4354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C7D10DA-752E-91A5-4B05-BB81FB5574EF}"/>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21E16E9-D2BD-8153-7BE0-B78F77DD16E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B687A410-CC00-38C8-1266-2810A74783F8}"/>
              </a:ext>
            </a:extLst>
          </p:cNvPr>
          <p:cNvSpPr>
            <a:spLocks noChangeArrowheads="1"/>
          </p:cNvSpPr>
          <p:nvPr>
            <p:custDataLst>
              <p:tags r:id="Re021474b1fbc4fcb"/>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IN" altLang="en-US" sz="2400" b="1" dirty="0">
                <a:solidFill>
                  <a:schemeClr val="bg1"/>
                </a:solidFill>
                <a:latin typeface="+mj-lt"/>
                <a:ea typeface="Calibri" panose="020F0502020204030204" pitchFamily="34" charset="0"/>
                <a:cs typeface="Times New Roman" panose="02020603050405020304" pitchFamily="18" charset="0"/>
              </a:rPr>
              <a:t>CLAMPING CIRCUITS</a:t>
            </a:r>
            <a:endParaRPr lang="en-IN" altLang="en-US" sz="2400" dirty="0">
              <a:solidFill>
                <a:schemeClr val="bg1"/>
              </a:solidFill>
              <a:latin typeface="+mj-lt"/>
              <a:ea typeface="Calibri" panose="020F0502020204030204" pitchFamily="34" charset="0"/>
              <a:cs typeface="Times New Roman" panose="02020603050405020304" pitchFamily="18" charset="0"/>
            </a:endParaRPr>
          </a:p>
        </p:txBody>
      </p:sp>
      <p:pic>
        <p:nvPicPr>
          <p:cNvPr id="5" name="Picture 1">
            <a:extLst>
              <a:ext uri="{FF2B5EF4-FFF2-40B4-BE49-F238E27FC236}">
                <a16:creationId xmlns:a16="http://schemas.microsoft.com/office/drawing/2014/main" id="{844AFCBD-4A2B-0B74-DE11-AC5DCB26CAFE}"/>
              </a:ext>
            </a:extLst>
          </p:cNvPr>
          <p:cNvPicPr>
            <a:picLocks noChangeAspect="1" noChangeArrowheads="1"/>
          </p:cNvPicPr>
          <p:nvPr/>
        </p:nvPicPr>
        <p:blipFill>
          <a:blip r:embed="Re0a5373539a44960">
            <a:extLst>
              <a:ext uri="{28A0092B-C50C-407E-A947-70E740481C1C}">
                <a14:useLocalDpi xmlns:a14="http://schemas.microsoft.com/office/drawing/2010/main" val="0"/>
              </a:ext>
            </a:extLst>
          </a:blip>
          <a:srcRect/>
          <a:stretch>
            <a:fillRect/>
          </a:stretch>
        </p:blipFill>
        <p:spPr bwMode="auto">
          <a:xfrm>
            <a:off x="582612" y="2484901"/>
            <a:ext cx="7978775"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959417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EFD88-4718-156E-45B8-B2C737CC76A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F57837F-F289-1470-A698-BFCE9E857E4A}"/>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7EAF38AF-7A9A-BE4B-7AAF-CE0F25112A3D}"/>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6E0B0981-50C6-7A37-5760-AFB9A7123AD4}"/>
              </a:ext>
            </a:extLst>
          </p:cNvPr>
          <p:cNvSpPr>
            <a:spLocks noChangeArrowheads="1"/>
          </p:cNvSpPr>
          <p:nvPr>
            <p:custDataLst>
              <p:tags r:id="Rc9fa311dea944afa"/>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IN" altLang="en-US" sz="2400" b="1" dirty="0">
                <a:solidFill>
                  <a:schemeClr val="bg1"/>
                </a:solidFill>
                <a:latin typeface="+mj-lt"/>
                <a:ea typeface="Calibri" panose="020F0502020204030204" pitchFamily="34" charset="0"/>
                <a:cs typeface="Times New Roman" panose="02020603050405020304" pitchFamily="18" charset="0"/>
              </a:rPr>
              <a:t>DIODE CLAMPERS</a:t>
            </a:r>
            <a:endParaRPr lang="en-IN" altLang="en-US" sz="2400" dirty="0">
              <a:solidFill>
                <a:schemeClr val="bg1"/>
              </a:solidFill>
              <a:latin typeface="+mj-lt"/>
              <a:ea typeface="Calibri" panose="020F0502020204030204" pitchFamily="34" charset="0"/>
              <a:cs typeface="Times New Roman" panose="02020603050405020304" pitchFamily="18" charset="0"/>
            </a:endParaRPr>
          </a:p>
        </p:txBody>
      </p:sp>
      <p:sp>
        <p:nvSpPr>
          <p:cNvPr id="3" name="TextBox 3">
            <a:extLst>
              <a:ext uri="{FF2B5EF4-FFF2-40B4-BE49-F238E27FC236}">
                <a16:creationId xmlns:a16="http://schemas.microsoft.com/office/drawing/2014/main" id="{1CBF1DA1-4EBB-F1FB-B52B-8DAD647174B4}"/>
              </a:ext>
            </a:extLst>
          </p:cNvPr>
          <p:cNvSpPr txBox="1">
            <a:spLocks noChangeArrowheads="1"/>
          </p:cNvSpPr>
          <p:nvPr/>
        </p:nvSpPr>
        <p:spPr bwMode="auto">
          <a:xfrm>
            <a:off x="250825" y="2492375"/>
            <a:ext cx="4572000"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just">
              <a:lnSpc>
                <a:spcPct val="107000"/>
              </a:lnSpc>
              <a:spcBef>
                <a:spcPct val="0"/>
              </a:spcBef>
              <a:spcAft>
                <a:spcPts val="800"/>
              </a:spcAft>
              <a:buFontTx/>
              <a:buNone/>
            </a:pPr>
            <a:r>
              <a:rPr lang="en-IN" altLang="en-US" sz="1800" b="1" dirty="0">
                <a:latin typeface="+mn-lt"/>
                <a:ea typeface="Calibri" panose="020F0502020204030204" pitchFamily="34" charset="0"/>
                <a:cs typeface="Times New Roman" panose="02020603050405020304" pitchFamily="18" charset="0"/>
              </a:rPr>
              <a:t>POSITIVE CLAMPER</a:t>
            </a:r>
            <a:endParaRPr lang="en-IN" altLang="en-US" sz="1600" dirty="0">
              <a:latin typeface="+mn-lt"/>
              <a:ea typeface="Calibri" panose="020F0502020204030204" pitchFamily="34" charset="0"/>
              <a:cs typeface="Times New Roman" panose="02020603050405020304" pitchFamily="18" charset="0"/>
            </a:endParaRPr>
          </a:p>
        </p:txBody>
      </p:sp>
      <p:pic>
        <p:nvPicPr>
          <p:cNvPr id="6" name="Picture 4">
            <a:extLst>
              <a:ext uri="{FF2B5EF4-FFF2-40B4-BE49-F238E27FC236}">
                <a16:creationId xmlns:a16="http://schemas.microsoft.com/office/drawing/2014/main" id="{EC6CC2D2-2ED8-A9A3-A6F2-08C59F834F56}"/>
              </a:ext>
            </a:extLst>
          </p:cNvPr>
          <p:cNvPicPr>
            <a:picLocks noChangeAspect="1" noChangeArrowheads="1"/>
          </p:cNvPicPr>
          <p:nvPr/>
        </p:nvPicPr>
        <p:blipFill>
          <a:blip r:embed="Re249ba9651e24bfc">
            <a:extLst>
              <a:ext uri="{28A0092B-C50C-407E-A947-70E740481C1C}">
                <a14:useLocalDpi xmlns:a14="http://schemas.microsoft.com/office/drawing/2010/main" val="0"/>
              </a:ext>
            </a:extLst>
          </a:blip>
          <a:srcRect/>
          <a:stretch>
            <a:fillRect/>
          </a:stretch>
        </p:blipFill>
        <p:spPr bwMode="auto">
          <a:xfrm>
            <a:off x="452438" y="2986088"/>
            <a:ext cx="7743825" cy="245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53436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DBE98-FB24-7E98-9EE3-ACE472F82A5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4DB37DF-EFC3-8592-D167-2693FD0F913E}"/>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362981F-6C74-6DDA-7815-6B5F5EAE4A7F}"/>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2D95334-AA17-4394-12D0-0D2EB904B81C}"/>
              </a:ext>
            </a:extLst>
          </p:cNvPr>
          <p:cNvSpPr>
            <a:spLocks noChangeArrowheads="1"/>
          </p:cNvSpPr>
          <p:nvPr>
            <p:custDataLst>
              <p:tags r:id="R932bef4961084f15"/>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IN" altLang="en-US" sz="2400" b="1" dirty="0">
                <a:solidFill>
                  <a:schemeClr val="bg1"/>
                </a:solidFill>
                <a:latin typeface="+mj-lt"/>
                <a:ea typeface="Calibri" panose="020F0502020204030204" pitchFamily="34" charset="0"/>
                <a:cs typeface="Times New Roman" panose="02020603050405020304" pitchFamily="18" charset="0"/>
              </a:rPr>
              <a:t>POSITIVE CLAMPER WITH BIAS</a:t>
            </a:r>
            <a:endParaRPr lang="en-IN" altLang="en-US" sz="2400" dirty="0">
              <a:solidFill>
                <a:schemeClr val="bg1"/>
              </a:solidFill>
              <a:latin typeface="+mj-lt"/>
              <a:ea typeface="Calibri" panose="020F0502020204030204" pitchFamily="34" charset="0"/>
              <a:cs typeface="Times New Roman" panose="02020603050405020304" pitchFamily="18" charset="0"/>
            </a:endParaRPr>
          </a:p>
        </p:txBody>
      </p:sp>
      <p:pic>
        <p:nvPicPr>
          <p:cNvPr id="5" name="Picture 1">
            <a:extLst>
              <a:ext uri="{FF2B5EF4-FFF2-40B4-BE49-F238E27FC236}">
                <a16:creationId xmlns:a16="http://schemas.microsoft.com/office/drawing/2014/main" id="{4C9C4164-F2DC-A20D-5657-9F4A7A3606DE}"/>
              </a:ext>
            </a:extLst>
          </p:cNvPr>
          <p:cNvPicPr>
            <a:picLocks noChangeAspect="1" noChangeArrowheads="1"/>
          </p:cNvPicPr>
          <p:nvPr/>
        </p:nvPicPr>
        <p:blipFill>
          <a:blip r:embed="R256b5125f7554a04">
            <a:extLst>
              <a:ext uri="{28A0092B-C50C-407E-A947-70E740481C1C}">
                <a14:useLocalDpi xmlns:a14="http://schemas.microsoft.com/office/drawing/2010/main" val="0"/>
              </a:ext>
            </a:extLst>
          </a:blip>
          <a:srcRect/>
          <a:stretch>
            <a:fillRect/>
          </a:stretch>
        </p:blipFill>
        <p:spPr bwMode="auto">
          <a:xfrm>
            <a:off x="1855788" y="2417763"/>
            <a:ext cx="5432425" cy="383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79414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3E38B-7EAD-9512-9912-06BDC9DE7DD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D2D4F27-E8FB-186C-5E03-AA7DF8FD30E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B509F12F-8F0C-28F3-9F80-93A3D37A7E09}"/>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064ED0C2-2974-EDB4-3F3C-00162862B8ED}"/>
              </a:ext>
            </a:extLst>
          </p:cNvPr>
          <p:cNvSpPr>
            <a:spLocks noChangeArrowheads="1"/>
          </p:cNvSpPr>
          <p:nvPr>
            <p:custDataLst>
              <p:tags r:id="R444aef74b87a46cf"/>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IN" altLang="en-US" sz="2400" b="1" dirty="0">
                <a:solidFill>
                  <a:schemeClr val="bg1"/>
                </a:solidFill>
                <a:latin typeface="+mj-lt"/>
                <a:ea typeface="Calibri" panose="020F0502020204030204" pitchFamily="34" charset="0"/>
                <a:cs typeface="Times New Roman" panose="02020603050405020304" pitchFamily="18" charset="0"/>
              </a:rPr>
              <a:t>NEGATIVE CLAMPER</a:t>
            </a:r>
            <a:endParaRPr lang="en-IN" altLang="en-US" sz="2400" dirty="0">
              <a:solidFill>
                <a:schemeClr val="bg1"/>
              </a:solidFill>
              <a:latin typeface="+mj-lt"/>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B7BB05B7-56C6-E165-F1B7-4895A8155F13}"/>
              </a:ext>
            </a:extLst>
          </p:cNvPr>
          <p:cNvPicPr>
            <a:picLocks noChangeAspect="1" noChangeArrowheads="1"/>
          </p:cNvPicPr>
          <p:nvPr/>
        </p:nvPicPr>
        <p:blipFill>
          <a:blip r:embed="R4870848c3a424c55">
            <a:extLst>
              <a:ext uri="{28A0092B-C50C-407E-A947-70E740481C1C}">
                <a14:useLocalDpi xmlns:a14="http://schemas.microsoft.com/office/drawing/2010/main" val="0"/>
              </a:ext>
            </a:extLst>
          </a:blip>
          <a:srcRect/>
          <a:stretch>
            <a:fillRect/>
          </a:stretch>
        </p:blipFill>
        <p:spPr bwMode="auto">
          <a:xfrm>
            <a:off x="407988" y="3036888"/>
            <a:ext cx="8250237" cy="217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135719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8722F-8AC2-3114-490A-14D053BD79B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2FAF3D6-F996-D616-5944-8554CC7AC584}"/>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2F7F5ED8-5148-8BB7-3FFA-19AAA9E98C8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D2DBDB7F-D8FE-D1FD-BD52-1FA2848BCD43}"/>
              </a:ext>
            </a:extLst>
          </p:cNvPr>
          <p:cNvSpPr>
            <a:spLocks noChangeArrowheads="1"/>
          </p:cNvSpPr>
          <p:nvPr>
            <p:custDataLst>
              <p:tags r:id="Re78dfe4afb784487"/>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IN" altLang="en-US" sz="2400" b="1" dirty="0">
                <a:solidFill>
                  <a:schemeClr val="bg1"/>
                </a:solidFill>
                <a:latin typeface="+mj-lt"/>
                <a:ea typeface="Calibri" panose="020F0502020204030204" pitchFamily="34" charset="0"/>
                <a:cs typeface="Times New Roman" panose="02020603050405020304" pitchFamily="18" charset="0"/>
              </a:rPr>
              <a:t>NEGATIVE CLAMPER WITH BIAS </a:t>
            </a:r>
            <a:endParaRPr lang="en-IN" altLang="en-US" sz="2400" dirty="0">
              <a:solidFill>
                <a:schemeClr val="bg1"/>
              </a:solidFill>
              <a:latin typeface="+mj-lt"/>
              <a:ea typeface="Calibri" panose="020F0502020204030204" pitchFamily="34" charset="0"/>
              <a:cs typeface="Times New Roman" panose="02020603050405020304" pitchFamily="18" charset="0"/>
            </a:endParaRPr>
          </a:p>
        </p:txBody>
      </p:sp>
      <p:pic>
        <p:nvPicPr>
          <p:cNvPr id="5" name="Picture 1">
            <a:extLst>
              <a:ext uri="{FF2B5EF4-FFF2-40B4-BE49-F238E27FC236}">
                <a16:creationId xmlns:a16="http://schemas.microsoft.com/office/drawing/2014/main" id="{5D0CAE0E-F847-0537-9165-929B4A9B56D4}"/>
              </a:ext>
            </a:extLst>
          </p:cNvPr>
          <p:cNvPicPr>
            <a:picLocks noChangeAspect="1" noChangeArrowheads="1"/>
          </p:cNvPicPr>
          <p:nvPr/>
        </p:nvPicPr>
        <p:blipFill>
          <a:blip r:embed="R00650fab2eda4e45">
            <a:extLst>
              <a:ext uri="{28A0092B-C50C-407E-A947-70E740481C1C}">
                <a14:useLocalDpi xmlns:a14="http://schemas.microsoft.com/office/drawing/2010/main" val="0"/>
              </a:ext>
            </a:extLst>
          </a:blip>
          <a:srcRect/>
          <a:stretch>
            <a:fillRect/>
          </a:stretch>
        </p:blipFill>
        <p:spPr bwMode="auto">
          <a:xfrm>
            <a:off x="1795463" y="2414589"/>
            <a:ext cx="5491162" cy="3419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7398644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4" y="1955845"/>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03478" y="2256535"/>
            <a:ext cx="7887578" cy="630942"/>
          </a:xfrm>
          <a:prstGeom prst="rect">
            <a:avLst/>
          </a:prstGeom>
        </p:spPr>
        <p:txBody>
          <a:bodyPr wrap="square">
            <a:spAutoFit/>
          </a:bodyPr>
          <a:lstStyle/>
          <a:p>
            <a:pPr algn="ctr"/>
            <a:r>
              <a:rPr lang="en-US" sz="3500" dirty="0">
                <a:solidFill>
                  <a:schemeClr val="bg1"/>
                </a:solidFill>
                <a:latin typeface="+mj-lt"/>
                <a:ea typeface="Calibri" panose="020F0502020204030204" pitchFamily="34" charset="0"/>
                <a:cs typeface="Times New Roman" panose="02020603050405020304" pitchFamily="18" charset="0"/>
              </a:rPr>
              <a:t>DIODE AND TRANSISTORS</a:t>
            </a:r>
          </a:p>
        </p:txBody>
      </p:sp>
      <p:sp>
        <p:nvSpPr>
          <p:cNvPr id="7" name="Rectangle 6"/>
          <p:cNvSpPr/>
          <p:nvPr/>
        </p:nvSpPr>
        <p:spPr>
          <a:xfrm>
            <a:off x="342741" y="5601409"/>
            <a:ext cx="3832829" cy="323165"/>
          </a:xfrm>
          <a:prstGeom prst="rect">
            <a:avLst/>
          </a:prstGeom>
        </p:spPr>
        <p:txBody>
          <a:bodyPr wrap="square">
            <a:spAutoFit/>
          </a:bodyPr>
          <a:lstStyle/>
          <a:p>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056D2D65-FF19-92B6-7910-30838DFA4D4A}"/>
              </a:ext>
            </a:extLst>
          </p:cNvPr>
          <p:cNvSpPr txBox="1"/>
          <p:nvPr/>
        </p:nvSpPr>
        <p:spPr>
          <a:xfrm>
            <a:off x="107879" y="5601409"/>
            <a:ext cx="4572000" cy="98488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Dr. Shubhrajyoti Kundu</a:t>
            </a:r>
            <a:br>
              <a:rPr kumimoji="0" lang="en-US" sz="1058"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r>
              <a:rPr kumimoji="0" lang="en-US"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Assistant Professor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Electrical Engineering</a:t>
            </a:r>
            <a:endParaRPr lang="en-IN" dirty="0"/>
          </a:p>
        </p:txBody>
      </p:sp>
    </p:spTree>
    <p:extLst>
      <p:ext uri="{BB962C8B-B14F-4D97-AF65-F5344CB8AC3E}">
        <p14:creationId xmlns:p14="http://schemas.microsoft.com/office/powerpoint/2010/main" val="42661235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31076" y="1778284"/>
            <a:ext cx="6074228" cy="3170099"/>
          </a:xfrm>
          <a:prstGeom prst="rect">
            <a:avLst/>
          </a:prstGeom>
          <a:noFill/>
        </p:spPr>
        <p:txBody>
          <a:bodyPr wrap="square">
            <a:spAutoFit/>
          </a:bodyPr>
          <a:lstStyle/>
          <a:p>
            <a:r>
              <a:rPr lang="en-US" sz="2200" b="1" dirty="0">
                <a:solidFill>
                  <a:schemeClr val="bg1"/>
                </a:solidFill>
              </a:rPr>
              <a:t>Content </a:t>
            </a:r>
          </a:p>
          <a:p>
            <a:endParaRPr lang="en-US" sz="2200" dirty="0"/>
          </a:p>
          <a:p>
            <a:pPr marL="342900" indent="-342900">
              <a:buAutoNum type="arabicPeriod"/>
            </a:pPr>
            <a:r>
              <a:rPr lang="en-US" sz="2200" dirty="0"/>
              <a:t>Voltage Multiplier                                                     3</a:t>
            </a:r>
          </a:p>
          <a:p>
            <a:pPr marL="342900" indent="-342900">
              <a:buAutoNum type="arabicPeriod"/>
            </a:pPr>
            <a:endParaRPr lang="en-US" sz="2200" dirty="0"/>
          </a:p>
          <a:p>
            <a:pPr marL="342900" indent="-342900">
              <a:buAutoNum type="arabicPeriod"/>
            </a:pPr>
            <a:r>
              <a:rPr lang="en-US" sz="2200" dirty="0"/>
              <a:t>Construction of BJT and its Working                     8</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2788355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BCB6B-EC51-DF84-EEF3-1308CD3C87C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23DFB3B-2E87-A750-C455-9A6D4EF3928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85E75D27-EA35-6164-9AA4-2BB06B678934}"/>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4FBF6C85-FB37-9935-4E12-7B98EAE7B657}"/>
              </a:ext>
            </a:extLst>
          </p:cNvPr>
          <p:cNvSpPr>
            <a:spLocks noChangeArrowheads="1"/>
          </p:cNvSpPr>
          <p:nvPr>
            <p:custDataLst>
              <p:tags r:id="R70d041d4b4094a28"/>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IN" altLang="en-US" sz="2400" b="1" dirty="0">
                <a:solidFill>
                  <a:schemeClr val="bg1"/>
                </a:solidFill>
                <a:latin typeface="+mj-lt"/>
                <a:ea typeface="Calibri" panose="020F0502020204030204" pitchFamily="34" charset="0"/>
                <a:cs typeface="Times New Roman" panose="02020603050405020304" pitchFamily="18" charset="0"/>
              </a:rPr>
              <a:t>VOLTAGE MULTIPLIERS</a:t>
            </a:r>
            <a:endParaRPr lang="en-IN" altLang="en-US" sz="2400" dirty="0">
              <a:solidFill>
                <a:schemeClr val="bg1"/>
              </a:solidFill>
              <a:latin typeface="+mj-lt"/>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203685D9-CD4E-F392-229B-63CF953C8EEF}"/>
              </a:ext>
            </a:extLst>
          </p:cNvPr>
          <p:cNvSpPr txBox="1"/>
          <p:nvPr/>
        </p:nvSpPr>
        <p:spPr>
          <a:xfrm>
            <a:off x="354577" y="2458470"/>
            <a:ext cx="4577136" cy="2579039"/>
          </a:xfrm>
          <a:prstGeom prst="rect">
            <a:avLst/>
          </a:prstGeom>
          <a:noFill/>
        </p:spPr>
        <p:txBody>
          <a:bodyPr wrap="square">
            <a:spAutoFit/>
          </a:bodyPr>
          <a:lstStyle/>
          <a:p>
            <a:pPr algn="just">
              <a:lnSpc>
                <a:spcPct val="150000"/>
              </a:lnSpc>
              <a:spcBef>
                <a:spcPct val="0"/>
              </a:spcBef>
              <a:spcAft>
                <a:spcPts val="800"/>
              </a:spcAft>
              <a:buFontTx/>
              <a:buNone/>
            </a:pPr>
            <a:r>
              <a:rPr lang="en-IN" altLang="en-US" sz="2200" dirty="0">
                <a:ea typeface="Calibri" panose="020F0502020204030204" pitchFamily="34" charset="0"/>
                <a:cs typeface="Times New Roman" panose="02020603050405020304" pitchFamily="18" charset="0"/>
              </a:rPr>
              <a:t>The voltage if doubled, such a circuit is called as a Voltage Doubler. This can be extended to make a Voltage Tripler or a Voltage </a:t>
            </a:r>
            <a:r>
              <a:rPr lang="en-IN" altLang="en-US" sz="2200" dirty="0" err="1">
                <a:ea typeface="Calibri" panose="020F0502020204030204" pitchFamily="34" charset="0"/>
                <a:cs typeface="Times New Roman" panose="02020603050405020304" pitchFamily="18" charset="0"/>
              </a:rPr>
              <a:t>Quadrupler</a:t>
            </a:r>
            <a:r>
              <a:rPr lang="en-IN" altLang="en-US" sz="2200" dirty="0">
                <a:ea typeface="Calibri" panose="020F0502020204030204" pitchFamily="34" charset="0"/>
                <a:cs typeface="Times New Roman" panose="02020603050405020304" pitchFamily="18" charset="0"/>
              </a:rPr>
              <a:t> or so on to obtain high DC voltages</a:t>
            </a:r>
            <a:r>
              <a:rPr lang="en-IN" altLang="en-US" sz="1800" dirty="0">
                <a:latin typeface="Times New Roman" panose="02020603050405020304" pitchFamily="18" charset="0"/>
                <a:ea typeface="Calibri" panose="020F0502020204030204" pitchFamily="34" charset="0"/>
                <a:cs typeface="Times New Roman" panose="02020603050405020304" pitchFamily="18" charset="0"/>
              </a:rPr>
              <a:t>.</a:t>
            </a:r>
            <a:endParaRPr lang="en-IN" altLang="en-US" sz="1600" dirty="0">
              <a:ea typeface="Calibri" panose="020F0502020204030204" pitchFamily="34" charset="0"/>
              <a:cs typeface="Times New Roman" panose="02020603050405020304" pitchFamily="18" charset="0"/>
            </a:endParaRPr>
          </a:p>
        </p:txBody>
      </p:sp>
      <p:pic>
        <p:nvPicPr>
          <p:cNvPr id="7" name="Picture 4">
            <a:extLst>
              <a:ext uri="{FF2B5EF4-FFF2-40B4-BE49-F238E27FC236}">
                <a16:creationId xmlns:a16="http://schemas.microsoft.com/office/drawing/2014/main" id="{AFD81993-4478-FA78-0217-21C949EB2FBE}"/>
              </a:ext>
            </a:extLst>
          </p:cNvPr>
          <p:cNvPicPr>
            <a:picLocks noChangeAspect="1" noChangeArrowheads="1"/>
          </p:cNvPicPr>
          <p:nvPr/>
        </p:nvPicPr>
        <p:blipFill>
          <a:blip r:embed="R4af930310be94f42">
            <a:extLst>
              <a:ext uri="{28A0092B-C50C-407E-A947-70E740481C1C}">
                <a14:useLocalDpi xmlns:a14="http://schemas.microsoft.com/office/drawing/2010/main" val="0"/>
              </a:ext>
            </a:extLst>
          </a:blip>
          <a:srcRect b="11423"/>
          <a:stretch>
            <a:fillRect/>
          </a:stretch>
        </p:blipFill>
        <p:spPr bwMode="auto">
          <a:xfrm>
            <a:off x="5111821" y="2313781"/>
            <a:ext cx="3883025" cy="223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78489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49E74-FF43-87E4-A97F-68A4E58F674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E2C6667-82CD-EE30-3EF5-893F0CC2BF80}"/>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1E87E066-EE22-83B1-7714-2F822A73B956}"/>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56D6E2CE-3539-0D86-1532-172D3580FEC6}"/>
              </a:ext>
            </a:extLst>
          </p:cNvPr>
          <p:cNvSpPr>
            <a:spLocks noChangeArrowheads="1"/>
          </p:cNvSpPr>
          <p:nvPr>
            <p:custDataLst>
              <p:tags r:id="R7cdc69ec5578416c"/>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IN" altLang="en-US" sz="2400" b="1" dirty="0">
                <a:solidFill>
                  <a:schemeClr val="bg1"/>
                </a:solidFill>
                <a:latin typeface="+mj-lt"/>
                <a:ea typeface="Calibri" panose="020F0502020204030204" pitchFamily="34" charset="0"/>
                <a:cs typeface="Times New Roman" panose="02020603050405020304" pitchFamily="18" charset="0"/>
              </a:rPr>
              <a:t>WORKING PRINCIPLE </a:t>
            </a:r>
            <a:endParaRPr lang="en-IN" altLang="en-US" sz="2400" dirty="0">
              <a:solidFill>
                <a:schemeClr val="bg1"/>
              </a:solidFill>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0DEE50CC-B0D1-02B1-99EC-D5B462074937}"/>
              </a:ext>
            </a:extLst>
          </p:cNvPr>
          <p:cNvSpPr txBox="1">
            <a:spLocks noChangeArrowheads="1"/>
          </p:cNvSpPr>
          <p:nvPr/>
        </p:nvSpPr>
        <p:spPr bwMode="auto">
          <a:xfrm>
            <a:off x="328613" y="2636838"/>
            <a:ext cx="8486775" cy="3475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just">
              <a:lnSpc>
                <a:spcPct val="150000"/>
              </a:lnSpc>
              <a:spcBef>
                <a:spcPct val="0"/>
              </a:spcBef>
              <a:spcAft>
                <a:spcPts val="800"/>
              </a:spcAft>
              <a:buFont typeface="Wingdings" panose="05000000000000000000" pitchFamily="2" charset="2"/>
              <a:buChar char="v"/>
            </a:pPr>
            <a:r>
              <a:rPr lang="en-IN" altLang="en-US" sz="1800" dirty="0">
                <a:latin typeface="+mn-lt"/>
                <a:ea typeface="Calibri" panose="020F0502020204030204" pitchFamily="34" charset="0"/>
                <a:cs typeface="Times New Roman" panose="02020603050405020304" pitchFamily="18" charset="0"/>
              </a:rPr>
              <a:t>During the first positive half cycle − When the input signal is applied, the capacitor C</a:t>
            </a:r>
            <a:r>
              <a:rPr lang="en-IN" altLang="en-US" sz="1800" baseline="-25000" dirty="0">
                <a:latin typeface="+mn-lt"/>
                <a:ea typeface="Calibri" panose="020F0502020204030204" pitchFamily="34" charset="0"/>
                <a:cs typeface="Times New Roman" panose="02020603050405020304" pitchFamily="18" charset="0"/>
              </a:rPr>
              <a:t>1</a:t>
            </a:r>
            <a:r>
              <a:rPr lang="en-IN" altLang="en-US" sz="1800" dirty="0">
                <a:latin typeface="+mn-lt"/>
                <a:ea typeface="Calibri" panose="020F0502020204030204" pitchFamily="34" charset="0"/>
                <a:cs typeface="Times New Roman" panose="02020603050405020304" pitchFamily="18" charset="0"/>
              </a:rPr>
              <a:t> is charged and the diode D</a:t>
            </a:r>
            <a:r>
              <a:rPr lang="en-IN" altLang="en-US" sz="1800" baseline="-25000" dirty="0">
                <a:latin typeface="+mn-lt"/>
                <a:ea typeface="Calibri" panose="020F0502020204030204" pitchFamily="34" charset="0"/>
                <a:cs typeface="Times New Roman" panose="02020603050405020304" pitchFamily="18" charset="0"/>
              </a:rPr>
              <a:t>1</a:t>
            </a:r>
            <a:r>
              <a:rPr lang="en-IN" altLang="en-US" sz="1800" dirty="0">
                <a:latin typeface="+mn-lt"/>
                <a:ea typeface="Calibri" panose="020F0502020204030204" pitchFamily="34" charset="0"/>
                <a:cs typeface="Times New Roman" panose="02020603050405020304" pitchFamily="18" charset="0"/>
              </a:rPr>
              <a:t> is forward biased. While the diode D</a:t>
            </a:r>
            <a:r>
              <a:rPr lang="en-IN" altLang="en-US" sz="1800" baseline="-25000" dirty="0">
                <a:latin typeface="+mn-lt"/>
                <a:ea typeface="Calibri" panose="020F0502020204030204" pitchFamily="34" charset="0"/>
                <a:cs typeface="Times New Roman" panose="02020603050405020304" pitchFamily="18" charset="0"/>
              </a:rPr>
              <a:t>2</a:t>
            </a:r>
            <a:r>
              <a:rPr lang="en-IN" altLang="en-US" sz="1800" dirty="0">
                <a:latin typeface="+mn-lt"/>
                <a:ea typeface="Calibri" panose="020F0502020204030204" pitchFamily="34" charset="0"/>
                <a:cs typeface="Times New Roman" panose="02020603050405020304" pitchFamily="18" charset="0"/>
              </a:rPr>
              <a:t> is reverse biased and the capacitor C</a:t>
            </a:r>
            <a:r>
              <a:rPr lang="en-IN" altLang="en-US" sz="1800" baseline="-25000" dirty="0">
                <a:latin typeface="+mn-lt"/>
                <a:ea typeface="Calibri" panose="020F0502020204030204" pitchFamily="34" charset="0"/>
                <a:cs typeface="Times New Roman" panose="02020603050405020304" pitchFamily="18" charset="0"/>
              </a:rPr>
              <a:t>2</a:t>
            </a:r>
            <a:r>
              <a:rPr lang="en-IN" altLang="en-US" sz="1800" dirty="0">
                <a:latin typeface="+mn-lt"/>
                <a:ea typeface="Calibri" panose="020F0502020204030204" pitchFamily="34" charset="0"/>
                <a:cs typeface="Times New Roman" panose="02020603050405020304" pitchFamily="18" charset="0"/>
              </a:rPr>
              <a:t> doesn’t get any charge. This makes the output V</a:t>
            </a:r>
            <a:r>
              <a:rPr lang="en-IN" altLang="en-US" sz="1800" baseline="-25000" dirty="0">
                <a:latin typeface="+mn-lt"/>
                <a:ea typeface="Calibri" panose="020F0502020204030204" pitchFamily="34" charset="0"/>
                <a:cs typeface="Times New Roman" panose="02020603050405020304" pitchFamily="18" charset="0"/>
              </a:rPr>
              <a:t>0</a:t>
            </a:r>
            <a:r>
              <a:rPr lang="en-IN" altLang="en-US" sz="1800" dirty="0">
                <a:latin typeface="+mn-lt"/>
                <a:ea typeface="Calibri" panose="020F0502020204030204" pitchFamily="34" charset="0"/>
                <a:cs typeface="Times New Roman" panose="02020603050405020304" pitchFamily="18" charset="0"/>
              </a:rPr>
              <a:t> to be </a:t>
            </a:r>
            <a:r>
              <a:rPr lang="en-IN" altLang="en-US" sz="1800" dirty="0" err="1">
                <a:latin typeface="+mn-lt"/>
                <a:ea typeface="Calibri" panose="020F0502020204030204" pitchFamily="34" charset="0"/>
                <a:cs typeface="Times New Roman" panose="02020603050405020304" pitchFamily="18" charset="0"/>
              </a:rPr>
              <a:t>V</a:t>
            </a:r>
            <a:r>
              <a:rPr lang="en-IN" altLang="en-US" sz="1800" baseline="-25000" dirty="0" err="1">
                <a:latin typeface="+mn-lt"/>
                <a:ea typeface="Calibri" panose="020F0502020204030204" pitchFamily="34" charset="0"/>
                <a:cs typeface="Times New Roman" panose="02020603050405020304" pitchFamily="18" charset="0"/>
              </a:rPr>
              <a:t>m</a:t>
            </a:r>
            <a:r>
              <a:rPr lang="en-IN" altLang="en-US" sz="1800" dirty="0">
                <a:latin typeface="+mn-lt"/>
                <a:ea typeface="Calibri" panose="020F0502020204030204" pitchFamily="34" charset="0"/>
                <a:cs typeface="Times New Roman" panose="02020603050405020304" pitchFamily="18" charset="0"/>
              </a:rPr>
              <a:t>. This can be understood from the following figure.</a:t>
            </a:r>
          </a:p>
          <a:p>
            <a:pPr algn="just">
              <a:lnSpc>
                <a:spcPct val="150000"/>
              </a:lnSpc>
              <a:spcBef>
                <a:spcPct val="0"/>
              </a:spcBef>
              <a:spcAft>
                <a:spcPts val="800"/>
              </a:spcAft>
              <a:buFont typeface="Wingdings" panose="05000000000000000000" pitchFamily="2" charset="2"/>
              <a:buChar char="v"/>
            </a:pPr>
            <a:r>
              <a:rPr lang="en-IN" altLang="en-US" sz="1800" dirty="0">
                <a:latin typeface="+mn-lt"/>
                <a:ea typeface="Calibri" panose="020F0502020204030204" pitchFamily="34" charset="0"/>
                <a:cs typeface="Times New Roman" panose="02020603050405020304" pitchFamily="18" charset="0"/>
              </a:rPr>
              <a:t>During the negative half cycle − After that, when the negative half cycle arrives, the diode D</a:t>
            </a:r>
            <a:r>
              <a:rPr lang="en-IN" altLang="en-US" sz="1800" baseline="-25000" dirty="0">
                <a:latin typeface="+mn-lt"/>
                <a:ea typeface="Calibri" panose="020F0502020204030204" pitchFamily="34" charset="0"/>
                <a:cs typeface="Times New Roman" panose="02020603050405020304" pitchFamily="18" charset="0"/>
              </a:rPr>
              <a:t>1</a:t>
            </a:r>
            <a:r>
              <a:rPr lang="en-IN" altLang="en-US" sz="1800" dirty="0">
                <a:latin typeface="+mn-lt"/>
                <a:ea typeface="Calibri" panose="020F0502020204030204" pitchFamily="34" charset="0"/>
                <a:cs typeface="Times New Roman" panose="02020603050405020304" pitchFamily="18" charset="0"/>
              </a:rPr>
              <a:t> gets reverse biased and the diode D</a:t>
            </a:r>
            <a:r>
              <a:rPr lang="en-IN" altLang="en-US" sz="1800" baseline="-25000" dirty="0">
                <a:latin typeface="+mn-lt"/>
                <a:ea typeface="Calibri" panose="020F0502020204030204" pitchFamily="34" charset="0"/>
                <a:cs typeface="Times New Roman" panose="02020603050405020304" pitchFamily="18" charset="0"/>
              </a:rPr>
              <a:t>2</a:t>
            </a:r>
            <a:r>
              <a:rPr lang="en-IN" altLang="en-US" sz="1800" dirty="0">
                <a:latin typeface="+mn-lt"/>
                <a:ea typeface="Calibri" panose="020F0502020204030204" pitchFamily="34" charset="0"/>
                <a:cs typeface="Times New Roman" panose="02020603050405020304" pitchFamily="18" charset="0"/>
              </a:rPr>
              <a:t> gets forward biased. The diode D</a:t>
            </a:r>
            <a:r>
              <a:rPr lang="en-IN" altLang="en-US" sz="1800" baseline="-25000" dirty="0">
                <a:latin typeface="+mn-lt"/>
                <a:ea typeface="Calibri" panose="020F0502020204030204" pitchFamily="34" charset="0"/>
                <a:cs typeface="Times New Roman" panose="02020603050405020304" pitchFamily="18" charset="0"/>
              </a:rPr>
              <a:t>2</a:t>
            </a:r>
            <a:r>
              <a:rPr lang="en-IN" altLang="en-US" sz="1800" dirty="0">
                <a:latin typeface="+mn-lt"/>
                <a:ea typeface="Calibri" panose="020F0502020204030204" pitchFamily="34" charset="0"/>
                <a:cs typeface="Times New Roman" panose="02020603050405020304" pitchFamily="18" charset="0"/>
              </a:rPr>
              <a:t> gets the charge through the capacitor C</a:t>
            </a:r>
            <a:r>
              <a:rPr lang="en-IN" altLang="en-US" sz="1800" baseline="-25000" dirty="0">
                <a:latin typeface="+mn-lt"/>
                <a:ea typeface="Calibri" panose="020F0502020204030204" pitchFamily="34" charset="0"/>
                <a:cs typeface="Times New Roman" panose="02020603050405020304" pitchFamily="18" charset="0"/>
              </a:rPr>
              <a:t>2</a:t>
            </a:r>
            <a:r>
              <a:rPr lang="en-IN" altLang="en-US" sz="1800" dirty="0">
                <a:latin typeface="+mn-lt"/>
                <a:ea typeface="Calibri" panose="020F0502020204030204" pitchFamily="34" charset="0"/>
                <a:cs typeface="Times New Roman" panose="02020603050405020304" pitchFamily="18" charset="0"/>
              </a:rPr>
              <a:t> which gets charged during this process. The current then flows through the capacitor C</a:t>
            </a:r>
            <a:r>
              <a:rPr lang="en-IN" altLang="en-US" sz="1800" baseline="-25000" dirty="0">
                <a:latin typeface="+mn-lt"/>
                <a:ea typeface="Calibri" panose="020F0502020204030204" pitchFamily="34" charset="0"/>
                <a:cs typeface="Times New Roman" panose="02020603050405020304" pitchFamily="18" charset="0"/>
              </a:rPr>
              <a:t>1</a:t>
            </a:r>
            <a:r>
              <a:rPr lang="en-IN" altLang="en-US" sz="1800" dirty="0">
                <a:latin typeface="+mn-lt"/>
                <a:ea typeface="Calibri" panose="020F0502020204030204" pitchFamily="34" charset="0"/>
                <a:cs typeface="Times New Roman" panose="02020603050405020304" pitchFamily="18" charset="0"/>
              </a:rPr>
              <a:t> which discharges.</a:t>
            </a:r>
          </a:p>
        </p:txBody>
      </p:sp>
    </p:spTree>
    <p:extLst>
      <p:ext uri="{BB962C8B-B14F-4D97-AF65-F5344CB8AC3E}">
        <p14:creationId xmlns:p14="http://schemas.microsoft.com/office/powerpoint/2010/main" val="27292018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6B2C5-421C-5706-C7ED-8EEE42F1D5F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FAE1C1C-FF0C-5ADA-A5C3-6AF21A7F3F8E}"/>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4A761012-732F-8950-57CE-DF23A706E210}"/>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365D7DE2-1C9A-58FB-FCC9-521D6EE3D1B8}"/>
              </a:ext>
            </a:extLst>
          </p:cNvPr>
          <p:cNvSpPr>
            <a:spLocks noChangeArrowheads="1"/>
          </p:cNvSpPr>
          <p:nvPr>
            <p:custDataLst>
              <p:tags r:id="Rce47fe7462bb4964"/>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IN" altLang="en-US" sz="2400" b="1" dirty="0">
                <a:solidFill>
                  <a:schemeClr val="bg1"/>
                </a:solidFill>
                <a:latin typeface="+mj-lt"/>
                <a:ea typeface="Calibri" panose="020F0502020204030204" pitchFamily="34" charset="0"/>
                <a:cs typeface="Times New Roman" panose="02020603050405020304" pitchFamily="18" charset="0"/>
              </a:rPr>
              <a:t>WORKING PRINCIPLE </a:t>
            </a:r>
            <a:endParaRPr lang="en-IN" altLang="en-US" sz="2400" dirty="0">
              <a:solidFill>
                <a:schemeClr val="bg1"/>
              </a:solidFill>
              <a:latin typeface="+mj-lt"/>
              <a:ea typeface="Calibri" panose="020F0502020204030204" pitchFamily="34" charset="0"/>
              <a:cs typeface="Times New Roman" panose="02020603050405020304" pitchFamily="18" charset="0"/>
            </a:endParaRPr>
          </a:p>
        </p:txBody>
      </p:sp>
      <p:sp>
        <p:nvSpPr>
          <p:cNvPr id="5" name="TextBox 6">
            <a:extLst>
              <a:ext uri="{FF2B5EF4-FFF2-40B4-BE49-F238E27FC236}">
                <a16:creationId xmlns:a16="http://schemas.microsoft.com/office/drawing/2014/main" id="{70FA1F0A-B781-D58A-859F-021E61136B88}"/>
              </a:ext>
            </a:extLst>
          </p:cNvPr>
          <p:cNvSpPr txBox="1">
            <a:spLocks noChangeArrowheads="1"/>
          </p:cNvSpPr>
          <p:nvPr/>
        </p:nvSpPr>
        <p:spPr bwMode="auto">
          <a:xfrm>
            <a:off x="684213" y="2695575"/>
            <a:ext cx="3527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IN" altLang="en-US" sz="1800" b="1" dirty="0">
                <a:latin typeface="+mn-lt"/>
                <a:cs typeface="Calibri" panose="020F0502020204030204" pitchFamily="34" charset="0"/>
              </a:rPr>
              <a:t>During the first positive half cycle</a:t>
            </a:r>
            <a:endParaRPr lang="en-IN" altLang="en-US" sz="1800" b="1" dirty="0">
              <a:latin typeface="+mn-lt"/>
            </a:endParaRPr>
          </a:p>
        </p:txBody>
      </p:sp>
      <p:sp>
        <p:nvSpPr>
          <p:cNvPr id="6" name="TextBox 7">
            <a:extLst>
              <a:ext uri="{FF2B5EF4-FFF2-40B4-BE49-F238E27FC236}">
                <a16:creationId xmlns:a16="http://schemas.microsoft.com/office/drawing/2014/main" id="{A7F9B765-B583-5FE2-A44B-2915C3D5C05A}"/>
              </a:ext>
            </a:extLst>
          </p:cNvPr>
          <p:cNvSpPr txBox="1">
            <a:spLocks noChangeArrowheads="1"/>
          </p:cNvSpPr>
          <p:nvPr/>
        </p:nvSpPr>
        <p:spPr bwMode="auto">
          <a:xfrm>
            <a:off x="5108575" y="2727325"/>
            <a:ext cx="3727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IN" altLang="en-US" sz="1800" b="1" dirty="0">
                <a:latin typeface="+mn-lt"/>
                <a:cs typeface="Calibri" panose="020F0502020204030204" pitchFamily="34" charset="0"/>
              </a:rPr>
              <a:t>During the first negative half cycle</a:t>
            </a:r>
            <a:endParaRPr lang="en-IN" altLang="en-US" sz="1800" b="1" dirty="0">
              <a:latin typeface="+mn-lt"/>
            </a:endParaRPr>
          </a:p>
        </p:txBody>
      </p:sp>
      <p:pic>
        <p:nvPicPr>
          <p:cNvPr id="7" name="Picture 3">
            <a:extLst>
              <a:ext uri="{FF2B5EF4-FFF2-40B4-BE49-F238E27FC236}">
                <a16:creationId xmlns:a16="http://schemas.microsoft.com/office/drawing/2014/main" id="{6A8CFA83-03A4-41C7-3B54-A0A7410E8F71}"/>
              </a:ext>
            </a:extLst>
          </p:cNvPr>
          <p:cNvPicPr>
            <a:picLocks noChangeAspect="1" noChangeArrowheads="1"/>
          </p:cNvPicPr>
          <p:nvPr/>
        </p:nvPicPr>
        <p:blipFill>
          <a:blip r:embed="R23cee21394c54c81">
            <a:extLst>
              <a:ext uri="{28A0092B-C50C-407E-A947-70E740481C1C}">
                <a14:useLocalDpi xmlns:a14="http://schemas.microsoft.com/office/drawing/2010/main" val="0"/>
              </a:ext>
            </a:extLst>
          </a:blip>
          <a:srcRect b="23558"/>
          <a:stretch>
            <a:fillRect/>
          </a:stretch>
        </p:blipFill>
        <p:spPr bwMode="auto">
          <a:xfrm>
            <a:off x="74612" y="3385335"/>
            <a:ext cx="4497388" cy="192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a:extLst>
              <a:ext uri="{FF2B5EF4-FFF2-40B4-BE49-F238E27FC236}">
                <a16:creationId xmlns:a16="http://schemas.microsoft.com/office/drawing/2014/main" id="{5F41D05E-F7AF-A594-0CB6-CEED7E61189B}"/>
              </a:ext>
            </a:extLst>
          </p:cNvPr>
          <p:cNvPicPr>
            <a:picLocks noChangeAspect="1" noChangeArrowheads="1"/>
          </p:cNvPicPr>
          <p:nvPr/>
        </p:nvPicPr>
        <p:blipFill>
          <a:blip r:embed="Ref948795cbdd484f">
            <a:extLst>
              <a:ext uri="{28A0092B-C50C-407E-A947-70E740481C1C}">
                <a14:useLocalDpi xmlns:a14="http://schemas.microsoft.com/office/drawing/2010/main" val="0"/>
              </a:ext>
            </a:extLst>
          </a:blip>
          <a:srcRect t="5157" b="28316"/>
          <a:stretch>
            <a:fillRect/>
          </a:stretch>
        </p:blipFill>
        <p:spPr bwMode="auto">
          <a:xfrm>
            <a:off x="4475162" y="3602484"/>
            <a:ext cx="4360863" cy="152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60499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7A3CE-78D4-70DE-8DB2-D3775E0EC30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443261A-9F40-1392-C48B-54D225886089}"/>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5E50F0BF-3861-2E30-41F1-7E59701C5E86}"/>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8C8324E-D71E-0C1C-E22A-F1171185C6E3}"/>
              </a:ext>
            </a:extLst>
          </p:cNvPr>
          <p:cNvSpPr>
            <a:spLocks noChangeArrowheads="1"/>
          </p:cNvSpPr>
          <p:nvPr>
            <p:custDataLst>
              <p:tags r:id="R282e46a2c5364fd7"/>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107000"/>
              </a:lnSpc>
              <a:spcAft>
                <a:spcPts val="800"/>
              </a:spcAft>
              <a:buNone/>
            </a:pPr>
            <a:r>
              <a:rPr lang="en-US" altLang="en-US" sz="2400" dirty="0">
                <a:solidFill>
                  <a:schemeClr val="bg1"/>
                </a:solidFill>
                <a:latin typeface="+mj-lt"/>
                <a:ea typeface="Calibri" panose="020F0502020204030204" pitchFamily="34" charset="0"/>
                <a:cs typeface="Times New Roman" panose="02020603050405020304" pitchFamily="18" charset="0"/>
              </a:rPr>
              <a:t>Construction of BJT and its Working</a:t>
            </a:r>
          </a:p>
        </p:txBody>
      </p:sp>
      <p:pic>
        <p:nvPicPr>
          <p:cNvPr id="9" name="Picture 10">
            <a:extLst>
              <a:ext uri="{FF2B5EF4-FFF2-40B4-BE49-F238E27FC236}">
                <a16:creationId xmlns:a16="http://schemas.microsoft.com/office/drawing/2014/main" id="{F6754C6A-8303-5EBC-EB41-25FE3804068B}"/>
              </a:ext>
            </a:extLst>
          </p:cNvPr>
          <p:cNvPicPr>
            <a:picLocks noChangeAspect="1" noChangeArrowheads="1"/>
          </p:cNvPicPr>
          <p:nvPr/>
        </p:nvPicPr>
        <p:blipFill>
          <a:blip r:embed="R093a7c4b6b674818">
            <a:extLst>
              <a:ext uri="{28A0092B-C50C-407E-A947-70E740481C1C}">
                <a14:useLocalDpi xmlns:a14="http://schemas.microsoft.com/office/drawing/2010/main" val="0"/>
              </a:ext>
            </a:extLst>
          </a:blip>
          <a:srcRect/>
          <a:stretch>
            <a:fillRect/>
          </a:stretch>
        </p:blipFill>
        <p:spPr bwMode="auto">
          <a:xfrm>
            <a:off x="1600200" y="2606056"/>
            <a:ext cx="59436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45371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9B2CC-3733-EC43-8C90-54E8ACDA32D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9A85857-5085-32B9-018F-6EC6C1F98864}"/>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121EFC07-0DD6-0F15-C7E9-8ABEDDA5F205}"/>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F73EFFF8-6831-5679-6C54-1C0C6E8854EB}"/>
              </a:ext>
            </a:extLst>
          </p:cNvPr>
          <p:cNvSpPr>
            <a:spLocks noChangeArrowheads="1"/>
          </p:cNvSpPr>
          <p:nvPr>
            <p:custDataLst>
              <p:tags r:id="R8842211ed1394bdb"/>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None/>
            </a:pPr>
            <a:r>
              <a:rPr lang="en-US" altLang="en-US" sz="2400" dirty="0">
                <a:solidFill>
                  <a:schemeClr val="bg1"/>
                </a:solidFill>
                <a:latin typeface="+mj-lt"/>
              </a:rPr>
              <a:t>BJT Operation</a:t>
            </a:r>
          </a:p>
        </p:txBody>
      </p:sp>
      <p:sp>
        <p:nvSpPr>
          <p:cNvPr id="3" name="Text Box 4">
            <a:extLst>
              <a:ext uri="{FF2B5EF4-FFF2-40B4-BE49-F238E27FC236}">
                <a16:creationId xmlns:a16="http://schemas.microsoft.com/office/drawing/2014/main" id="{999EA184-C135-C598-5EED-E0270B07B3A3}"/>
              </a:ext>
            </a:extLst>
          </p:cNvPr>
          <p:cNvSpPr txBox="1">
            <a:spLocks noChangeArrowheads="1"/>
          </p:cNvSpPr>
          <p:nvPr/>
        </p:nvSpPr>
        <p:spPr bwMode="auto">
          <a:xfrm>
            <a:off x="250825" y="2276475"/>
            <a:ext cx="8382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eaLnBrk="1" hangingPunct="1">
              <a:spcBef>
                <a:spcPct val="50000"/>
              </a:spcBef>
              <a:buFont typeface="Wingdings" panose="05000000000000000000" pitchFamily="2" charset="2"/>
              <a:buChar char="q"/>
            </a:pPr>
            <a:r>
              <a:rPr lang="en-US" altLang="en-US" sz="2000" dirty="0">
                <a:solidFill>
                  <a:srgbClr val="0000FF"/>
                </a:solidFill>
                <a:latin typeface="+mn-lt"/>
              </a:rPr>
              <a:t>In normal operation, the base-emitter is forward-biased and the base-collector is reverse-biased. </a:t>
            </a:r>
          </a:p>
        </p:txBody>
      </p:sp>
      <p:sp>
        <p:nvSpPr>
          <p:cNvPr id="5" name="Text Box 15">
            <a:extLst>
              <a:ext uri="{FF2B5EF4-FFF2-40B4-BE49-F238E27FC236}">
                <a16:creationId xmlns:a16="http://schemas.microsoft.com/office/drawing/2014/main" id="{B9B80F69-0BFC-2A58-E45C-742A58C12310}"/>
              </a:ext>
            </a:extLst>
          </p:cNvPr>
          <p:cNvSpPr txBox="1">
            <a:spLocks noChangeArrowheads="1"/>
          </p:cNvSpPr>
          <p:nvPr/>
        </p:nvSpPr>
        <p:spPr bwMode="auto">
          <a:xfrm>
            <a:off x="198438" y="2997200"/>
            <a:ext cx="8686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eaLnBrk="1" hangingPunct="1">
              <a:spcBef>
                <a:spcPct val="50000"/>
              </a:spcBef>
              <a:buFont typeface="Wingdings" panose="05000000000000000000" pitchFamily="2" charset="2"/>
              <a:buChar char="q"/>
            </a:pPr>
            <a:r>
              <a:rPr lang="en-US" altLang="en-US" sz="2000" dirty="0">
                <a:solidFill>
                  <a:srgbClr val="0000FF"/>
                </a:solidFill>
                <a:latin typeface="+mn-lt"/>
              </a:rPr>
              <a:t>For the </a:t>
            </a:r>
            <a:r>
              <a:rPr lang="en-US" altLang="en-US" sz="2000" i="1" dirty="0" err="1">
                <a:solidFill>
                  <a:srgbClr val="0000FF"/>
                </a:solidFill>
                <a:latin typeface="+mn-lt"/>
              </a:rPr>
              <a:t>npn</a:t>
            </a:r>
            <a:r>
              <a:rPr lang="en-US" altLang="en-US" sz="2000" dirty="0">
                <a:solidFill>
                  <a:srgbClr val="0000FF"/>
                </a:solidFill>
                <a:latin typeface="+mn-lt"/>
              </a:rPr>
              <a:t> type shown, the collector is more positive than the base, which is more positive than the emitter. </a:t>
            </a:r>
          </a:p>
        </p:txBody>
      </p:sp>
      <p:sp>
        <p:nvSpPr>
          <p:cNvPr id="6" name="Text Box 11">
            <a:extLst>
              <a:ext uri="{FF2B5EF4-FFF2-40B4-BE49-F238E27FC236}">
                <a16:creationId xmlns:a16="http://schemas.microsoft.com/office/drawing/2014/main" id="{83365925-80D3-F583-7C46-CB20664EF57C}"/>
              </a:ext>
            </a:extLst>
          </p:cNvPr>
          <p:cNvSpPr txBox="1">
            <a:spLocks noChangeArrowheads="1"/>
          </p:cNvSpPr>
          <p:nvPr/>
        </p:nvSpPr>
        <p:spPr bwMode="auto">
          <a:xfrm>
            <a:off x="98425" y="3789363"/>
            <a:ext cx="86868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eaLnBrk="1" hangingPunct="1">
              <a:spcBef>
                <a:spcPct val="50000"/>
              </a:spcBef>
              <a:buFont typeface="Wingdings" panose="05000000000000000000" pitchFamily="2" charset="2"/>
              <a:buChar char="q"/>
            </a:pPr>
            <a:r>
              <a:rPr lang="en-US" altLang="en-US" sz="2000" dirty="0">
                <a:solidFill>
                  <a:srgbClr val="0000FF"/>
                </a:solidFill>
                <a:latin typeface="+mn-lt"/>
              </a:rPr>
              <a:t>For the </a:t>
            </a:r>
            <a:r>
              <a:rPr lang="en-US" altLang="en-US" sz="2000" i="1" dirty="0" err="1">
                <a:solidFill>
                  <a:srgbClr val="0000FF"/>
                </a:solidFill>
                <a:latin typeface="+mn-lt"/>
              </a:rPr>
              <a:t>pnp</a:t>
            </a:r>
            <a:r>
              <a:rPr lang="en-US" altLang="en-US" sz="2000" i="1" dirty="0">
                <a:solidFill>
                  <a:srgbClr val="0000FF"/>
                </a:solidFill>
                <a:latin typeface="+mn-lt"/>
              </a:rPr>
              <a:t> type</a:t>
            </a:r>
            <a:r>
              <a:rPr lang="en-US" altLang="en-US" sz="2000" dirty="0">
                <a:solidFill>
                  <a:srgbClr val="0000FF"/>
                </a:solidFill>
                <a:latin typeface="+mn-lt"/>
              </a:rPr>
              <a:t>, the voltages are reversed to maintain the forward-reverse bias.  </a:t>
            </a:r>
          </a:p>
        </p:txBody>
      </p:sp>
      <p:pic>
        <p:nvPicPr>
          <p:cNvPr id="7" name="Picture 12">
            <a:extLst>
              <a:ext uri="{FF2B5EF4-FFF2-40B4-BE49-F238E27FC236}">
                <a16:creationId xmlns:a16="http://schemas.microsoft.com/office/drawing/2014/main" id="{EF6BC376-E291-B36B-A4BC-B2632F8AC10E}"/>
              </a:ext>
            </a:extLst>
          </p:cNvPr>
          <p:cNvPicPr>
            <a:picLocks noChangeAspect="1" noChangeArrowheads="1"/>
          </p:cNvPicPr>
          <p:nvPr/>
        </p:nvPicPr>
        <p:blipFill>
          <a:blip r:embed="Ra775e7ddfbc84ea9">
            <a:extLst>
              <a:ext uri="{28A0092B-C50C-407E-A947-70E740481C1C}">
                <a14:useLocalDpi xmlns:a14="http://schemas.microsoft.com/office/drawing/2010/main" val="0"/>
              </a:ext>
            </a:extLst>
          </a:blip>
          <a:srcRect/>
          <a:stretch>
            <a:fillRect/>
          </a:stretch>
        </p:blipFill>
        <p:spPr bwMode="auto">
          <a:xfrm>
            <a:off x="173038" y="4374137"/>
            <a:ext cx="8610600" cy="187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49987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C0FA9-AC2D-D8C4-D288-53D13E0F8EE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631C008-B691-9ABB-7501-188680BC49D0}"/>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91F9023F-0F12-896E-29C7-7900D5ADA56D}"/>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5AE36293-74C8-87F6-A702-C86392EF4541}"/>
              </a:ext>
            </a:extLst>
          </p:cNvPr>
          <p:cNvSpPr>
            <a:spLocks noChangeArrowheads="1"/>
          </p:cNvSpPr>
          <p:nvPr>
            <p:custDataLst>
              <p:tags r:id="R8eeed94bbcc24957"/>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DC Beta (</a:t>
            </a:r>
            <a:r>
              <a:rPr lang="el-GR" altLang="en-US" sz="2400" b="1" dirty="0">
                <a:solidFill>
                  <a:prstClr val="white"/>
                </a:solidFill>
                <a:latin typeface="+mj-lt"/>
                <a:cs typeface="+mn-cs"/>
              </a:rPr>
              <a:t>β</a:t>
            </a:r>
            <a:r>
              <a:rPr lang="en-IN" altLang="en-US" sz="2400" b="1" baseline="-25000" dirty="0">
                <a:solidFill>
                  <a:prstClr val="white"/>
                </a:solidFill>
                <a:latin typeface="+mj-lt"/>
                <a:cs typeface="+mn-cs"/>
              </a:rPr>
              <a:t>DC</a:t>
            </a:r>
            <a:r>
              <a:rPr lang="en-IN" altLang="en-US" sz="2400" b="1" dirty="0">
                <a:solidFill>
                  <a:prstClr val="white"/>
                </a:solidFill>
                <a:latin typeface="+mj-lt"/>
                <a:cs typeface="+mn-cs"/>
              </a:rPr>
              <a:t>) and DC Alpha (</a:t>
            </a:r>
            <a:r>
              <a:rPr lang="el-GR" altLang="en-US" sz="2400" b="1" dirty="0">
                <a:solidFill>
                  <a:prstClr val="white"/>
                </a:solidFill>
                <a:latin typeface="+mj-lt"/>
                <a:cs typeface="+mn-cs"/>
              </a:rPr>
              <a:t>α</a:t>
            </a:r>
            <a:r>
              <a:rPr lang="en-IN" altLang="en-US" sz="2400" b="1" baseline="-25000" dirty="0">
                <a:solidFill>
                  <a:prstClr val="white"/>
                </a:solidFill>
                <a:latin typeface="+mj-lt"/>
                <a:cs typeface="+mn-cs"/>
              </a:rPr>
              <a:t>DC</a:t>
            </a:r>
            <a:r>
              <a:rPr lang="en-IN" altLang="en-US" sz="2400" b="1" dirty="0">
                <a:solidFill>
                  <a:prstClr val="white"/>
                </a:solidFill>
                <a:latin typeface="+mj-lt"/>
                <a:cs typeface="+mn-cs"/>
              </a:rPr>
              <a:t>)</a:t>
            </a:r>
          </a:p>
        </p:txBody>
      </p:sp>
      <p:sp>
        <p:nvSpPr>
          <p:cNvPr id="8" name="Rectangle 2">
            <a:extLst>
              <a:ext uri="{FF2B5EF4-FFF2-40B4-BE49-F238E27FC236}">
                <a16:creationId xmlns:a16="http://schemas.microsoft.com/office/drawing/2014/main" id="{1612B76D-889F-E48F-410B-58844DF83A0A}"/>
              </a:ext>
            </a:extLst>
          </p:cNvPr>
          <p:cNvSpPr>
            <a:spLocks noChangeArrowheads="1"/>
          </p:cNvSpPr>
          <p:nvPr/>
        </p:nvSpPr>
        <p:spPr bwMode="auto">
          <a:xfrm>
            <a:off x="258763" y="2359025"/>
            <a:ext cx="8534400" cy="769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just" eaLnBrk="1" hangingPunct="1">
              <a:spcBef>
                <a:spcPct val="0"/>
              </a:spcBef>
              <a:buFontTx/>
              <a:buNone/>
            </a:pPr>
            <a:r>
              <a:rPr lang="en-IN" altLang="en-US" sz="2200" dirty="0">
                <a:solidFill>
                  <a:srgbClr val="0070C0"/>
                </a:solidFill>
                <a:latin typeface="+mn-lt"/>
              </a:rPr>
              <a:t>The dc current </a:t>
            </a:r>
            <a:r>
              <a:rPr lang="en-IN" altLang="en-US" sz="2200" b="1" dirty="0">
                <a:solidFill>
                  <a:srgbClr val="0070C0"/>
                </a:solidFill>
                <a:latin typeface="+mn-lt"/>
              </a:rPr>
              <a:t>gain </a:t>
            </a:r>
            <a:r>
              <a:rPr lang="en-IN" altLang="en-US" sz="2200" dirty="0">
                <a:solidFill>
                  <a:srgbClr val="0070C0"/>
                </a:solidFill>
                <a:latin typeface="+mn-lt"/>
              </a:rPr>
              <a:t>of a transistor is the ratio of the dc collector current (</a:t>
            </a:r>
            <a:r>
              <a:rPr lang="en-IN" altLang="en-US" sz="2200" i="1" dirty="0">
                <a:solidFill>
                  <a:srgbClr val="0070C0"/>
                </a:solidFill>
                <a:latin typeface="+mn-lt"/>
              </a:rPr>
              <a:t>I</a:t>
            </a:r>
            <a:r>
              <a:rPr lang="en-IN" altLang="en-US" sz="2200" baseline="-25000" dirty="0">
                <a:solidFill>
                  <a:srgbClr val="0070C0"/>
                </a:solidFill>
                <a:latin typeface="+mn-lt"/>
              </a:rPr>
              <a:t>C</a:t>
            </a:r>
            <a:r>
              <a:rPr lang="en-IN" altLang="en-US" sz="2200" dirty="0">
                <a:solidFill>
                  <a:srgbClr val="0070C0"/>
                </a:solidFill>
                <a:latin typeface="+mn-lt"/>
              </a:rPr>
              <a:t>) to the dc base current (</a:t>
            </a:r>
            <a:r>
              <a:rPr lang="en-IN" altLang="en-US" sz="2200" i="1" dirty="0">
                <a:solidFill>
                  <a:srgbClr val="0070C0"/>
                </a:solidFill>
                <a:latin typeface="+mn-lt"/>
              </a:rPr>
              <a:t>I</a:t>
            </a:r>
            <a:r>
              <a:rPr lang="en-IN" altLang="en-US" sz="2200" baseline="-25000" dirty="0">
                <a:solidFill>
                  <a:srgbClr val="0070C0"/>
                </a:solidFill>
                <a:latin typeface="+mn-lt"/>
              </a:rPr>
              <a:t>B</a:t>
            </a:r>
            <a:r>
              <a:rPr lang="en-IN" altLang="en-US" sz="2200" dirty="0">
                <a:solidFill>
                  <a:srgbClr val="0070C0"/>
                </a:solidFill>
                <a:latin typeface="+mn-lt"/>
              </a:rPr>
              <a:t>) and is designated dc </a:t>
            </a:r>
            <a:r>
              <a:rPr lang="en-IN" altLang="en-US" sz="2200" b="1" dirty="0">
                <a:solidFill>
                  <a:srgbClr val="0070C0"/>
                </a:solidFill>
                <a:latin typeface="+mn-lt"/>
              </a:rPr>
              <a:t>beta </a:t>
            </a:r>
            <a:r>
              <a:rPr lang="en-IN" altLang="en-US" sz="2200" dirty="0">
                <a:solidFill>
                  <a:srgbClr val="0070C0"/>
                </a:solidFill>
                <a:latin typeface="+mn-lt"/>
              </a:rPr>
              <a:t>(β</a:t>
            </a:r>
            <a:r>
              <a:rPr lang="en-IN" altLang="en-US" sz="2200" baseline="-25000" dirty="0">
                <a:solidFill>
                  <a:srgbClr val="0070C0"/>
                </a:solidFill>
                <a:latin typeface="+mn-lt"/>
              </a:rPr>
              <a:t>DC</a:t>
            </a:r>
            <a:r>
              <a:rPr lang="en-IN" altLang="en-US" sz="2200" dirty="0">
                <a:solidFill>
                  <a:srgbClr val="0070C0"/>
                </a:solidFill>
                <a:latin typeface="+mn-lt"/>
              </a:rPr>
              <a:t>).</a:t>
            </a:r>
          </a:p>
        </p:txBody>
      </p:sp>
      <p:sp>
        <p:nvSpPr>
          <p:cNvPr id="9" name="Rectangle: Rounded Corners 4">
            <a:extLst>
              <a:ext uri="{FF2B5EF4-FFF2-40B4-BE49-F238E27FC236}">
                <a16:creationId xmlns:a16="http://schemas.microsoft.com/office/drawing/2014/main" id="{24DE7D44-6F3F-9B7B-865E-77BD5F1DABD1}"/>
              </a:ext>
            </a:extLst>
          </p:cNvPr>
          <p:cNvSpPr txBox="1"/>
          <p:nvPr/>
        </p:nvSpPr>
        <p:spPr bwMode="auto">
          <a:xfrm>
            <a:off x="1493838" y="3689350"/>
            <a:ext cx="5124450" cy="517525"/>
          </a:xfrm>
          <a:prstGeom prst="rect">
            <a:avLst/>
          </a:prstGeom>
        </p:spPr>
        <p:style>
          <a:lnRef idx="0">
            <a:scrgbClr r="0" g="0" b="0"/>
          </a:lnRef>
          <a:fillRef idx="0">
            <a:scrgbClr r="0" g="0" b="0"/>
          </a:fillRef>
          <a:effectRef idx="0">
            <a:scrgbClr r="0" g="0" b="0"/>
          </a:effectRef>
          <a:fontRef idx="minor">
            <a:schemeClr val="lt1"/>
          </a:fontRef>
        </p:style>
        <p:txBody>
          <a:bodyPr tIns="91440" bIns="91440" anchor="ctr"/>
          <a:lstStyle>
            <a:lvl1pPr defTabSz="10668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defTabSz="106680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defTabSz="10668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defTabSz="10668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defTabSz="10668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defTabSz="1066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defTabSz="1066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defTabSz="1066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defTabSz="1066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lnSpc>
                <a:spcPct val="90000"/>
              </a:lnSpc>
              <a:spcBef>
                <a:spcPct val="0"/>
              </a:spcBef>
              <a:spcAft>
                <a:spcPct val="35000"/>
              </a:spcAft>
              <a:buFontTx/>
              <a:buNone/>
            </a:pPr>
            <a:r>
              <a:rPr lang="el-GR" altLang="en-US" sz="2200" dirty="0">
                <a:solidFill>
                  <a:srgbClr val="0070C0"/>
                </a:solidFill>
              </a:rPr>
              <a:t>β</a:t>
            </a:r>
            <a:r>
              <a:rPr lang="en-IN" altLang="en-US" sz="2200" b="1" baseline="-25000" dirty="0">
                <a:solidFill>
                  <a:srgbClr val="0070C0"/>
                </a:solidFill>
              </a:rPr>
              <a:t>DC</a:t>
            </a:r>
            <a:r>
              <a:rPr lang="en-IN" altLang="en-US" sz="2200" b="1" dirty="0">
                <a:solidFill>
                  <a:srgbClr val="0070C0"/>
                </a:solidFill>
              </a:rPr>
              <a:t>= </a:t>
            </a:r>
            <a:r>
              <a:rPr lang="en-IN" altLang="en-US" sz="2200" b="1" i="1" dirty="0">
                <a:solidFill>
                  <a:srgbClr val="0070C0"/>
                </a:solidFill>
              </a:rPr>
              <a:t>I</a:t>
            </a:r>
            <a:r>
              <a:rPr lang="en-IN" altLang="en-US" sz="2200" b="1" baseline="-25000" dirty="0">
                <a:solidFill>
                  <a:srgbClr val="0070C0"/>
                </a:solidFill>
              </a:rPr>
              <a:t>C</a:t>
            </a:r>
            <a:r>
              <a:rPr lang="en-IN" altLang="en-US" sz="2200" b="1" dirty="0">
                <a:solidFill>
                  <a:srgbClr val="0070C0"/>
                </a:solidFill>
              </a:rPr>
              <a:t>/</a:t>
            </a:r>
            <a:r>
              <a:rPr lang="en-IN" altLang="en-US" sz="2200" b="1" i="1" dirty="0">
                <a:solidFill>
                  <a:srgbClr val="0070C0"/>
                </a:solidFill>
              </a:rPr>
              <a:t>I</a:t>
            </a:r>
            <a:r>
              <a:rPr lang="en-IN" altLang="en-US" sz="2200" b="1" baseline="-25000" dirty="0">
                <a:solidFill>
                  <a:srgbClr val="0070C0"/>
                </a:solidFill>
              </a:rPr>
              <a:t>B</a:t>
            </a:r>
            <a:endParaRPr lang="en-IN" altLang="en-US" sz="2200" baseline="-25000" dirty="0">
              <a:solidFill>
                <a:srgbClr val="0070C0"/>
              </a:solidFill>
            </a:endParaRPr>
          </a:p>
        </p:txBody>
      </p:sp>
      <p:sp>
        <p:nvSpPr>
          <p:cNvPr id="10" name="Rectangle 5">
            <a:extLst>
              <a:ext uri="{FF2B5EF4-FFF2-40B4-BE49-F238E27FC236}">
                <a16:creationId xmlns:a16="http://schemas.microsoft.com/office/drawing/2014/main" id="{D095FEF9-EEDF-3DBE-0CD3-793174CD5BB0}"/>
              </a:ext>
            </a:extLst>
          </p:cNvPr>
          <p:cNvSpPr>
            <a:spLocks noChangeArrowheads="1"/>
          </p:cNvSpPr>
          <p:nvPr/>
        </p:nvSpPr>
        <p:spPr bwMode="auto">
          <a:xfrm>
            <a:off x="374650" y="4724400"/>
            <a:ext cx="8458200" cy="430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eaLnBrk="1" hangingPunct="1">
              <a:spcBef>
                <a:spcPct val="0"/>
              </a:spcBef>
              <a:buFontTx/>
              <a:buNone/>
            </a:pPr>
            <a:r>
              <a:rPr lang="en-IN" altLang="en-US" sz="2200" dirty="0">
                <a:solidFill>
                  <a:srgbClr val="0000FF"/>
                </a:solidFill>
                <a:latin typeface="+mn-lt"/>
              </a:rPr>
              <a:t>Typical values of </a:t>
            </a:r>
            <a:r>
              <a:rPr lang="el-GR" altLang="en-US" sz="2200" dirty="0">
                <a:solidFill>
                  <a:srgbClr val="0000FF"/>
                </a:solidFill>
                <a:latin typeface="+mn-lt"/>
              </a:rPr>
              <a:t>β</a:t>
            </a:r>
            <a:r>
              <a:rPr lang="en-IN" altLang="en-US" sz="2200" baseline="-25000" dirty="0">
                <a:solidFill>
                  <a:srgbClr val="0000FF"/>
                </a:solidFill>
                <a:latin typeface="+mn-lt"/>
              </a:rPr>
              <a:t>DC </a:t>
            </a:r>
            <a:r>
              <a:rPr lang="en-IN" altLang="en-US" sz="2200" dirty="0">
                <a:solidFill>
                  <a:srgbClr val="0000FF"/>
                </a:solidFill>
                <a:latin typeface="+mn-lt"/>
              </a:rPr>
              <a:t>range from less than 20 to 200 or higher.</a:t>
            </a:r>
          </a:p>
        </p:txBody>
      </p:sp>
    </p:spTree>
    <p:extLst>
      <p:ext uri="{BB962C8B-B14F-4D97-AF65-F5344CB8AC3E}">
        <p14:creationId xmlns:p14="http://schemas.microsoft.com/office/powerpoint/2010/main" val="30648906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DB13D-4031-E8BF-F841-721BF33D158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B4CAA09-247F-F893-2AC9-0BB843AAC16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774695E5-F5CD-DE30-9495-E37B10B3B211}"/>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Rectangle 1">
            <a:extLst>
              <a:ext uri="{FF2B5EF4-FFF2-40B4-BE49-F238E27FC236}">
                <a16:creationId xmlns:a16="http://schemas.microsoft.com/office/drawing/2014/main" id="{243D1CE5-D87F-E990-ED75-6E9A70D54C50}"/>
              </a:ext>
            </a:extLst>
          </p:cNvPr>
          <p:cNvSpPr>
            <a:spLocks noChangeArrowheads="1"/>
          </p:cNvSpPr>
          <p:nvPr/>
        </p:nvSpPr>
        <p:spPr bwMode="auto">
          <a:xfrm>
            <a:off x="47625" y="1770063"/>
            <a:ext cx="8382000" cy="769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just" eaLnBrk="1" hangingPunct="1">
              <a:spcBef>
                <a:spcPct val="0"/>
              </a:spcBef>
              <a:buFontTx/>
              <a:buNone/>
            </a:pPr>
            <a:r>
              <a:rPr lang="en-IN" altLang="en-US" sz="2200" dirty="0">
                <a:solidFill>
                  <a:srgbClr val="0000FF"/>
                </a:solidFill>
                <a:latin typeface="+mn-lt"/>
              </a:rPr>
              <a:t>The ratio of the dc collector current (</a:t>
            </a:r>
            <a:r>
              <a:rPr lang="en-IN" altLang="en-US" sz="2200" i="1" dirty="0">
                <a:solidFill>
                  <a:srgbClr val="0000FF"/>
                </a:solidFill>
                <a:latin typeface="+mn-lt"/>
              </a:rPr>
              <a:t>I</a:t>
            </a:r>
            <a:r>
              <a:rPr lang="en-IN" altLang="en-US" sz="2200" dirty="0">
                <a:solidFill>
                  <a:srgbClr val="0000FF"/>
                </a:solidFill>
                <a:latin typeface="+mn-lt"/>
              </a:rPr>
              <a:t>C) to the dc emitter current (</a:t>
            </a:r>
            <a:r>
              <a:rPr lang="en-IN" altLang="en-US" sz="2200" i="1" dirty="0">
                <a:solidFill>
                  <a:srgbClr val="0000FF"/>
                </a:solidFill>
                <a:latin typeface="+mn-lt"/>
              </a:rPr>
              <a:t>I</a:t>
            </a:r>
            <a:r>
              <a:rPr lang="en-IN" altLang="en-US" sz="2200" dirty="0">
                <a:solidFill>
                  <a:srgbClr val="0000FF"/>
                </a:solidFill>
                <a:latin typeface="+mn-lt"/>
              </a:rPr>
              <a:t>E) is the dc </a:t>
            </a:r>
            <a:r>
              <a:rPr lang="en-IN" altLang="en-US" sz="2200" b="1" dirty="0">
                <a:solidFill>
                  <a:srgbClr val="0000FF"/>
                </a:solidFill>
                <a:latin typeface="+mn-lt"/>
              </a:rPr>
              <a:t>alpha </a:t>
            </a:r>
            <a:r>
              <a:rPr lang="en-IN" altLang="en-US" sz="2200" dirty="0">
                <a:solidFill>
                  <a:srgbClr val="0000FF"/>
                </a:solidFill>
                <a:latin typeface="+mn-lt"/>
              </a:rPr>
              <a:t>(αDC).</a:t>
            </a:r>
          </a:p>
        </p:txBody>
      </p:sp>
      <p:grpSp>
        <p:nvGrpSpPr>
          <p:cNvPr id="5" name="Group 2">
            <a:extLst>
              <a:ext uri="{FF2B5EF4-FFF2-40B4-BE49-F238E27FC236}">
                <a16:creationId xmlns:a16="http://schemas.microsoft.com/office/drawing/2014/main" id="{E9E94E96-1E7F-5067-A506-0F7FA48129C2}"/>
              </a:ext>
            </a:extLst>
          </p:cNvPr>
          <p:cNvGrpSpPr>
            <a:grpSpLocks/>
          </p:cNvGrpSpPr>
          <p:nvPr/>
        </p:nvGrpSpPr>
        <p:grpSpPr bwMode="auto">
          <a:xfrm>
            <a:off x="2074863" y="2784475"/>
            <a:ext cx="4572000" cy="561975"/>
            <a:chOff x="0" y="11587"/>
            <a:chExt cx="4572000" cy="561599"/>
          </a:xfrm>
        </p:grpSpPr>
        <p:sp>
          <p:nvSpPr>
            <p:cNvPr id="6" name="Rounded Rectangle 3">
              <a:extLst>
                <a:ext uri="{FF2B5EF4-FFF2-40B4-BE49-F238E27FC236}">
                  <a16:creationId xmlns:a16="http://schemas.microsoft.com/office/drawing/2014/main" id="{9A4D6CF2-98EB-924C-9A15-140E00418732}"/>
                </a:ext>
              </a:extLst>
            </p:cNvPr>
            <p:cNvSpPr/>
            <p:nvPr/>
          </p:nvSpPr>
          <p:spPr>
            <a:xfrm>
              <a:off x="0" y="11587"/>
              <a:ext cx="4572000" cy="561599"/>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defRPr/>
              </a:pPr>
              <a:endParaRPr lang="en-IN"/>
            </a:p>
          </p:txBody>
        </p:sp>
        <p:sp>
          <p:nvSpPr>
            <p:cNvPr id="7" name="Rounded Rectangle 4">
              <a:extLst>
                <a:ext uri="{FF2B5EF4-FFF2-40B4-BE49-F238E27FC236}">
                  <a16:creationId xmlns:a16="http://schemas.microsoft.com/office/drawing/2014/main" id="{EDE76C44-3C89-D82C-25FC-753F5F9F121B}"/>
                </a:ext>
              </a:extLst>
            </p:cNvPr>
            <p:cNvSpPr/>
            <p:nvPr/>
          </p:nvSpPr>
          <p:spPr>
            <a:xfrm>
              <a:off x="26987" y="38557"/>
              <a:ext cx="4518025" cy="507660"/>
            </a:xfrm>
            <a:prstGeom prst="rect">
              <a:avLst/>
            </a:prstGeom>
          </p:spPr>
          <p:style>
            <a:lnRef idx="0">
              <a:scrgbClr r="0" g="0" b="0"/>
            </a:lnRef>
            <a:fillRef idx="0">
              <a:scrgbClr r="0" g="0" b="0"/>
            </a:fillRef>
            <a:effectRef idx="0">
              <a:scrgbClr r="0" g="0" b="0"/>
            </a:effectRef>
            <a:fontRef idx="minor">
              <a:schemeClr val="lt1"/>
            </a:fontRef>
          </p:style>
          <p:txBody>
            <a:bodyPr tIns="91440" bIns="91440" anchor="ctr"/>
            <a:lstStyle>
              <a:lvl1pPr defTabSz="10668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defTabSz="106680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defTabSz="10668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defTabSz="10668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defTabSz="10668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defTabSz="1066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defTabSz="1066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defTabSz="1066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defTabSz="1066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eaLnBrk="1" hangingPunct="1">
                <a:lnSpc>
                  <a:spcPct val="90000"/>
                </a:lnSpc>
                <a:spcBef>
                  <a:spcPct val="0"/>
                </a:spcBef>
                <a:spcAft>
                  <a:spcPct val="35000"/>
                </a:spcAft>
                <a:buFontTx/>
                <a:buNone/>
              </a:pPr>
              <a:r>
                <a:rPr lang="el-GR" altLang="en-US" sz="2200" dirty="0">
                  <a:solidFill>
                    <a:srgbClr val="0070C0"/>
                  </a:solidFill>
                </a:rPr>
                <a:t>α</a:t>
              </a:r>
              <a:r>
                <a:rPr lang="en-IN" altLang="en-US" sz="2200" baseline="-25000" dirty="0">
                  <a:solidFill>
                    <a:srgbClr val="0070C0"/>
                  </a:solidFill>
                </a:rPr>
                <a:t>DC</a:t>
              </a:r>
              <a:r>
                <a:rPr lang="en-IN" altLang="en-US" sz="2200" dirty="0">
                  <a:solidFill>
                    <a:srgbClr val="0070C0"/>
                  </a:solidFill>
                </a:rPr>
                <a:t> =</a:t>
              </a:r>
              <a:r>
                <a:rPr lang="en-IN" altLang="en-US" sz="2200" i="1" dirty="0">
                  <a:solidFill>
                    <a:srgbClr val="0070C0"/>
                  </a:solidFill>
                </a:rPr>
                <a:t>I</a:t>
              </a:r>
              <a:r>
                <a:rPr lang="en-IN" altLang="en-US" sz="2200" baseline="-25000" dirty="0">
                  <a:solidFill>
                    <a:srgbClr val="0070C0"/>
                  </a:solidFill>
                </a:rPr>
                <a:t>C</a:t>
              </a:r>
              <a:r>
                <a:rPr lang="en-IN" altLang="en-US" sz="2200" dirty="0">
                  <a:solidFill>
                    <a:srgbClr val="0070C0"/>
                  </a:solidFill>
                </a:rPr>
                <a:t>/</a:t>
              </a:r>
              <a:r>
                <a:rPr lang="en-IN" altLang="en-US" sz="2200" i="1" dirty="0">
                  <a:solidFill>
                    <a:srgbClr val="0070C0"/>
                  </a:solidFill>
                </a:rPr>
                <a:t>I</a:t>
              </a:r>
              <a:r>
                <a:rPr lang="en-IN" altLang="en-US" sz="2200" baseline="-25000" dirty="0">
                  <a:solidFill>
                    <a:srgbClr val="0070C0"/>
                  </a:solidFill>
                </a:rPr>
                <a:t>E</a:t>
              </a:r>
            </a:p>
          </p:txBody>
        </p:sp>
      </p:grpSp>
      <p:sp>
        <p:nvSpPr>
          <p:cNvPr id="8" name="Rectangle 5">
            <a:extLst>
              <a:ext uri="{FF2B5EF4-FFF2-40B4-BE49-F238E27FC236}">
                <a16:creationId xmlns:a16="http://schemas.microsoft.com/office/drawing/2014/main" id="{87DEC9D5-070F-FDAB-8B5C-E606C1423013}"/>
              </a:ext>
            </a:extLst>
          </p:cNvPr>
          <p:cNvSpPr>
            <a:spLocks noChangeArrowheads="1"/>
          </p:cNvSpPr>
          <p:nvPr/>
        </p:nvSpPr>
        <p:spPr bwMode="auto">
          <a:xfrm>
            <a:off x="169863" y="3629025"/>
            <a:ext cx="8382000" cy="7694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eaLnBrk="1" hangingPunct="1">
              <a:spcBef>
                <a:spcPct val="0"/>
              </a:spcBef>
              <a:buFontTx/>
              <a:buNone/>
            </a:pPr>
            <a:r>
              <a:rPr lang="en-IN" altLang="en-US" sz="2200" dirty="0">
                <a:solidFill>
                  <a:srgbClr val="0000FF"/>
                </a:solidFill>
                <a:latin typeface="+mn-lt"/>
              </a:rPr>
              <a:t>Typically, values of </a:t>
            </a:r>
            <a:r>
              <a:rPr lang="el-GR" altLang="en-US" sz="2200" dirty="0">
                <a:solidFill>
                  <a:srgbClr val="0000FF"/>
                </a:solidFill>
                <a:latin typeface="+mn-lt"/>
              </a:rPr>
              <a:t>α</a:t>
            </a:r>
            <a:r>
              <a:rPr lang="en-IN" altLang="en-US" sz="2200" baseline="-25000" dirty="0">
                <a:solidFill>
                  <a:srgbClr val="0000FF"/>
                </a:solidFill>
                <a:latin typeface="+mn-lt"/>
              </a:rPr>
              <a:t>DC</a:t>
            </a:r>
            <a:r>
              <a:rPr lang="en-IN" altLang="en-US" sz="2200" dirty="0">
                <a:solidFill>
                  <a:srgbClr val="0000FF"/>
                </a:solidFill>
                <a:latin typeface="+mn-lt"/>
              </a:rPr>
              <a:t> range from 0.95 to 0.99 or greater, but </a:t>
            </a:r>
            <a:r>
              <a:rPr lang="el-GR" altLang="en-US" sz="2200" dirty="0">
                <a:solidFill>
                  <a:srgbClr val="0000FF"/>
                </a:solidFill>
                <a:latin typeface="+mn-lt"/>
              </a:rPr>
              <a:t>α</a:t>
            </a:r>
            <a:r>
              <a:rPr lang="en-IN" altLang="en-US" sz="2200" baseline="-25000" dirty="0">
                <a:solidFill>
                  <a:srgbClr val="0000FF"/>
                </a:solidFill>
                <a:latin typeface="+mn-lt"/>
              </a:rPr>
              <a:t>DC</a:t>
            </a:r>
            <a:r>
              <a:rPr lang="en-IN" altLang="en-US" sz="2200" dirty="0">
                <a:solidFill>
                  <a:srgbClr val="0000FF"/>
                </a:solidFill>
                <a:latin typeface="+mn-lt"/>
              </a:rPr>
              <a:t> is always less than 1.</a:t>
            </a:r>
          </a:p>
        </p:txBody>
      </p:sp>
      <p:sp>
        <p:nvSpPr>
          <p:cNvPr id="10" name="Rectangle 6">
            <a:extLst>
              <a:ext uri="{FF2B5EF4-FFF2-40B4-BE49-F238E27FC236}">
                <a16:creationId xmlns:a16="http://schemas.microsoft.com/office/drawing/2014/main" id="{1DAC5A49-2BDA-8772-8610-5056B97E653B}"/>
              </a:ext>
            </a:extLst>
          </p:cNvPr>
          <p:cNvSpPr>
            <a:spLocks noChangeArrowheads="1"/>
          </p:cNvSpPr>
          <p:nvPr/>
        </p:nvSpPr>
        <p:spPr bwMode="auto">
          <a:xfrm>
            <a:off x="179388" y="4718050"/>
            <a:ext cx="8382000" cy="430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eaLnBrk="1" hangingPunct="1">
              <a:spcBef>
                <a:spcPct val="0"/>
              </a:spcBef>
              <a:buFontTx/>
              <a:buNone/>
            </a:pPr>
            <a:r>
              <a:rPr lang="en-IN" altLang="en-US" sz="2200" dirty="0">
                <a:solidFill>
                  <a:srgbClr val="0000FF"/>
                </a:solidFill>
                <a:latin typeface="+mn-lt"/>
              </a:rPr>
              <a:t>The alpha is a less-used parameter than beta in transistor circuits.</a:t>
            </a:r>
          </a:p>
        </p:txBody>
      </p:sp>
    </p:spTree>
    <p:extLst>
      <p:ext uri="{BB962C8B-B14F-4D97-AF65-F5344CB8AC3E}">
        <p14:creationId xmlns:p14="http://schemas.microsoft.com/office/powerpoint/2010/main" val="415480982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69E22-A8C2-84DC-AF43-86346928FD9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02C58F6-9DAA-5821-39D6-D759F121B20E}"/>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202BFA0B-320B-119A-38DA-DE0A3C46BD54}"/>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B07F0D4E-137C-B9E8-26B0-A40F8D653167}"/>
              </a:ext>
            </a:extLst>
          </p:cNvPr>
          <p:cNvSpPr>
            <a:spLocks noChangeArrowheads="1"/>
          </p:cNvSpPr>
          <p:nvPr/>
        </p:nvSpPr>
        <p:spPr bwMode="auto">
          <a:xfrm>
            <a:off x="262776" y="1376862"/>
            <a:ext cx="8382000" cy="430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IN" altLang="en-US" sz="2200" dirty="0">
                <a:solidFill>
                  <a:srgbClr val="0000FF"/>
                </a:solidFill>
                <a:latin typeface="+mn-lt"/>
              </a:rPr>
              <a:t>Relation between α</a:t>
            </a:r>
            <a:r>
              <a:rPr lang="en-IN" altLang="en-US" sz="2200" baseline="-25000" dirty="0">
                <a:solidFill>
                  <a:srgbClr val="0000FF"/>
                </a:solidFill>
                <a:latin typeface="+mn-lt"/>
              </a:rPr>
              <a:t>DC</a:t>
            </a:r>
            <a:r>
              <a:rPr lang="en-IN" altLang="en-US" sz="2200" dirty="0">
                <a:solidFill>
                  <a:srgbClr val="0000FF"/>
                </a:solidFill>
                <a:latin typeface="+mn-lt"/>
              </a:rPr>
              <a:t> and </a:t>
            </a:r>
            <a:r>
              <a:rPr lang="en-IN" altLang="en-US" sz="2200" dirty="0">
                <a:solidFill>
                  <a:srgbClr val="0070C0"/>
                </a:solidFill>
                <a:latin typeface="+mn-lt"/>
              </a:rPr>
              <a:t>β</a:t>
            </a:r>
            <a:r>
              <a:rPr lang="en-IN" altLang="en-US" sz="2200" baseline="-25000" dirty="0">
                <a:solidFill>
                  <a:srgbClr val="0070C0"/>
                </a:solidFill>
                <a:latin typeface="+mn-lt"/>
              </a:rPr>
              <a:t>DC</a:t>
            </a:r>
            <a:r>
              <a:rPr lang="en-IN" altLang="en-US" sz="2200" dirty="0">
                <a:solidFill>
                  <a:srgbClr val="0000FF"/>
                </a:solidFill>
                <a:latin typeface="+mn-lt"/>
              </a:rPr>
              <a:t> :</a:t>
            </a:r>
          </a:p>
        </p:txBody>
      </p:sp>
      <p:sp>
        <p:nvSpPr>
          <p:cNvPr id="9" name="Rectangle 1">
            <a:extLst>
              <a:ext uri="{FF2B5EF4-FFF2-40B4-BE49-F238E27FC236}">
                <a16:creationId xmlns:a16="http://schemas.microsoft.com/office/drawing/2014/main" id="{9F15A3A5-6097-CD00-E458-9E4ACBBB86FD}"/>
              </a:ext>
            </a:extLst>
          </p:cNvPr>
          <p:cNvSpPr>
            <a:spLocks noChangeArrowheads="1"/>
          </p:cNvSpPr>
          <p:nvPr/>
        </p:nvSpPr>
        <p:spPr bwMode="auto">
          <a:xfrm>
            <a:off x="446942" y="1900737"/>
            <a:ext cx="8458200" cy="418576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endParaRPr lang="en-IN" altLang="en-US" sz="2400" dirty="0">
              <a:solidFill>
                <a:srgbClr val="0000FF"/>
              </a:solidFill>
              <a:latin typeface="Times-Roman"/>
            </a:endParaRPr>
          </a:p>
          <a:p>
            <a:pPr>
              <a:spcBef>
                <a:spcPct val="0"/>
              </a:spcBef>
              <a:buFontTx/>
              <a:buNone/>
            </a:pPr>
            <a:r>
              <a:rPr lang="en-IN" altLang="en-US" sz="2200" dirty="0">
                <a:solidFill>
                  <a:srgbClr val="0000FF"/>
                </a:solidFill>
                <a:latin typeface="+mn-lt"/>
              </a:rPr>
              <a:t>We  know that  α</a:t>
            </a:r>
            <a:r>
              <a:rPr lang="en-IN" altLang="en-US" sz="2200" i="1" baseline="-25000" dirty="0">
                <a:solidFill>
                  <a:srgbClr val="0000FF"/>
                </a:solidFill>
                <a:latin typeface="+mn-lt"/>
              </a:rPr>
              <a:t>DC</a:t>
            </a:r>
            <a:r>
              <a:rPr lang="en-IN" altLang="en-US" sz="2200" i="1" dirty="0">
                <a:solidFill>
                  <a:srgbClr val="0000FF"/>
                </a:solidFill>
                <a:latin typeface="+mn-lt"/>
              </a:rPr>
              <a:t> =I</a:t>
            </a:r>
            <a:r>
              <a:rPr lang="en-IN" altLang="en-US" sz="2200" i="1" baseline="-25000" dirty="0">
                <a:solidFill>
                  <a:srgbClr val="0000FF"/>
                </a:solidFill>
                <a:latin typeface="+mn-lt"/>
              </a:rPr>
              <a:t>C</a:t>
            </a:r>
            <a:r>
              <a:rPr lang="en-IN" altLang="en-US" sz="2200" i="1" dirty="0">
                <a:solidFill>
                  <a:srgbClr val="0000FF"/>
                </a:solidFill>
                <a:latin typeface="+mn-lt"/>
              </a:rPr>
              <a:t>/I</a:t>
            </a:r>
            <a:r>
              <a:rPr lang="en-IN" altLang="en-US" sz="2200" i="1" baseline="-25000" dirty="0">
                <a:solidFill>
                  <a:srgbClr val="0000FF"/>
                </a:solidFill>
                <a:latin typeface="+mn-lt"/>
              </a:rPr>
              <a:t>E</a:t>
            </a:r>
            <a:r>
              <a:rPr lang="en-IN" altLang="en-US" sz="2200" i="1" dirty="0">
                <a:solidFill>
                  <a:srgbClr val="0000FF"/>
                </a:solidFill>
                <a:latin typeface="+mn-lt"/>
              </a:rPr>
              <a:t>      But </a:t>
            </a:r>
            <a:r>
              <a:rPr lang="en-US" altLang="en-US" sz="2200" i="1" dirty="0">
                <a:solidFill>
                  <a:srgbClr val="0000FF"/>
                </a:solidFill>
                <a:latin typeface="+mn-lt"/>
              </a:rPr>
              <a:t>I</a:t>
            </a:r>
            <a:r>
              <a:rPr lang="en-US" altLang="en-US" sz="2200" baseline="-25000" dirty="0">
                <a:solidFill>
                  <a:srgbClr val="0000FF"/>
                </a:solidFill>
                <a:latin typeface="+mn-lt"/>
              </a:rPr>
              <a:t>E</a:t>
            </a:r>
            <a:r>
              <a:rPr lang="en-US" altLang="en-US" sz="2200" dirty="0">
                <a:solidFill>
                  <a:srgbClr val="0000FF"/>
                </a:solidFill>
                <a:latin typeface="+mn-lt"/>
              </a:rPr>
              <a:t> = </a:t>
            </a:r>
            <a:r>
              <a:rPr lang="en-US" altLang="en-US" sz="2200" i="1" dirty="0">
                <a:solidFill>
                  <a:srgbClr val="0000FF"/>
                </a:solidFill>
                <a:latin typeface="+mn-lt"/>
              </a:rPr>
              <a:t>I</a:t>
            </a:r>
            <a:r>
              <a:rPr lang="en-US" altLang="en-US" sz="2200" baseline="-25000" dirty="0">
                <a:solidFill>
                  <a:srgbClr val="0000FF"/>
                </a:solidFill>
                <a:latin typeface="+mn-lt"/>
              </a:rPr>
              <a:t>C</a:t>
            </a:r>
            <a:r>
              <a:rPr lang="en-US" altLang="en-US" sz="2200" dirty="0">
                <a:solidFill>
                  <a:srgbClr val="0000FF"/>
                </a:solidFill>
                <a:latin typeface="+mn-lt"/>
              </a:rPr>
              <a:t> + </a:t>
            </a:r>
            <a:r>
              <a:rPr lang="en-US" altLang="en-US" sz="2200" i="1" dirty="0">
                <a:solidFill>
                  <a:srgbClr val="0000FF"/>
                </a:solidFill>
                <a:latin typeface="+mn-lt"/>
              </a:rPr>
              <a:t>I</a:t>
            </a:r>
            <a:r>
              <a:rPr lang="en-US" altLang="en-US" sz="2200" baseline="-25000" dirty="0">
                <a:solidFill>
                  <a:srgbClr val="0000FF"/>
                </a:solidFill>
                <a:latin typeface="+mn-lt"/>
              </a:rPr>
              <a:t>B</a:t>
            </a:r>
            <a:r>
              <a:rPr lang="en-IN" altLang="en-US" sz="2200" dirty="0">
                <a:solidFill>
                  <a:srgbClr val="0070C0"/>
                </a:solidFill>
                <a:latin typeface="+mn-lt"/>
              </a:rPr>
              <a:t> </a:t>
            </a:r>
          </a:p>
          <a:p>
            <a:pPr algn="ctr">
              <a:spcBef>
                <a:spcPct val="0"/>
              </a:spcBef>
              <a:buFontTx/>
              <a:buNone/>
            </a:pPr>
            <a:r>
              <a:rPr lang="en-IN" altLang="en-US" sz="2200" dirty="0">
                <a:solidFill>
                  <a:srgbClr val="0070C0"/>
                </a:solidFill>
                <a:latin typeface="+mn-lt"/>
              </a:rPr>
              <a:t> </a:t>
            </a:r>
            <a:r>
              <a:rPr lang="en-IN" altLang="en-US" sz="2200" dirty="0">
                <a:solidFill>
                  <a:srgbClr val="0000FF"/>
                </a:solidFill>
                <a:latin typeface="+mn-lt"/>
              </a:rPr>
              <a:t>α</a:t>
            </a:r>
            <a:r>
              <a:rPr lang="en-IN" altLang="en-US" sz="2200" i="1" baseline="-25000" dirty="0">
                <a:solidFill>
                  <a:srgbClr val="0000FF"/>
                </a:solidFill>
                <a:latin typeface="+mn-lt"/>
              </a:rPr>
              <a:t>DC</a:t>
            </a:r>
            <a:r>
              <a:rPr lang="en-IN" altLang="en-US" sz="2200" i="1" dirty="0">
                <a:solidFill>
                  <a:srgbClr val="0000FF"/>
                </a:solidFill>
                <a:latin typeface="+mn-lt"/>
              </a:rPr>
              <a:t> =I</a:t>
            </a:r>
            <a:r>
              <a:rPr lang="en-IN" altLang="en-US" sz="2200" i="1" baseline="-25000" dirty="0">
                <a:solidFill>
                  <a:srgbClr val="0000FF"/>
                </a:solidFill>
                <a:latin typeface="+mn-lt"/>
              </a:rPr>
              <a:t>C</a:t>
            </a:r>
            <a:r>
              <a:rPr lang="en-IN" altLang="en-US" sz="2200" i="1" dirty="0">
                <a:solidFill>
                  <a:srgbClr val="0000FF"/>
                </a:solidFill>
                <a:latin typeface="+mn-lt"/>
              </a:rPr>
              <a:t>/</a:t>
            </a:r>
            <a:r>
              <a:rPr lang="en-US" altLang="en-US" sz="2200" i="1" dirty="0">
                <a:solidFill>
                  <a:srgbClr val="0000FF"/>
                </a:solidFill>
                <a:latin typeface="+mn-lt"/>
              </a:rPr>
              <a:t>I</a:t>
            </a:r>
            <a:r>
              <a:rPr lang="en-US" altLang="en-US" sz="2200" baseline="-25000" dirty="0">
                <a:solidFill>
                  <a:srgbClr val="0000FF"/>
                </a:solidFill>
                <a:latin typeface="+mn-lt"/>
              </a:rPr>
              <a:t>C</a:t>
            </a:r>
            <a:r>
              <a:rPr lang="en-US" altLang="en-US" sz="2200" dirty="0">
                <a:solidFill>
                  <a:srgbClr val="0000FF"/>
                </a:solidFill>
                <a:latin typeface="+mn-lt"/>
              </a:rPr>
              <a:t> + </a:t>
            </a:r>
            <a:r>
              <a:rPr lang="en-US" altLang="en-US" sz="2200" i="1" dirty="0">
                <a:solidFill>
                  <a:srgbClr val="0000FF"/>
                </a:solidFill>
                <a:latin typeface="+mn-lt"/>
              </a:rPr>
              <a:t>I</a:t>
            </a:r>
            <a:r>
              <a:rPr lang="en-US" altLang="en-US" sz="2200" baseline="-25000" dirty="0">
                <a:solidFill>
                  <a:srgbClr val="0000FF"/>
                </a:solidFill>
                <a:latin typeface="+mn-lt"/>
              </a:rPr>
              <a:t>B</a:t>
            </a:r>
            <a:r>
              <a:rPr lang="en-IN" altLang="en-US" sz="2200" dirty="0">
                <a:solidFill>
                  <a:srgbClr val="0070C0"/>
                </a:solidFill>
                <a:latin typeface="+mn-lt"/>
              </a:rPr>
              <a:t> </a:t>
            </a:r>
          </a:p>
          <a:p>
            <a:pPr>
              <a:spcBef>
                <a:spcPct val="0"/>
              </a:spcBef>
              <a:buFontTx/>
              <a:buNone/>
            </a:pPr>
            <a:r>
              <a:rPr lang="en-IN" altLang="en-US" sz="2200" dirty="0">
                <a:solidFill>
                  <a:srgbClr val="0000FF"/>
                </a:solidFill>
                <a:latin typeface="+mn-lt"/>
              </a:rPr>
              <a:t>Divide numerator and denominator  by </a:t>
            </a:r>
            <a:r>
              <a:rPr lang="en-US" altLang="en-US" sz="2200" i="1" dirty="0">
                <a:solidFill>
                  <a:srgbClr val="0000FF"/>
                </a:solidFill>
                <a:latin typeface="+mn-lt"/>
              </a:rPr>
              <a:t>I</a:t>
            </a:r>
            <a:r>
              <a:rPr lang="en-US" altLang="en-US" sz="2200" baseline="-25000" dirty="0">
                <a:solidFill>
                  <a:srgbClr val="0000FF"/>
                </a:solidFill>
                <a:latin typeface="+mn-lt"/>
              </a:rPr>
              <a:t>B </a:t>
            </a:r>
            <a:r>
              <a:rPr lang="en-US" altLang="en-US" sz="2200" dirty="0">
                <a:solidFill>
                  <a:srgbClr val="0000FF"/>
                </a:solidFill>
                <a:latin typeface="+mn-lt"/>
              </a:rPr>
              <a:t> to get,</a:t>
            </a:r>
          </a:p>
          <a:p>
            <a:pPr algn="ctr">
              <a:spcBef>
                <a:spcPct val="0"/>
              </a:spcBef>
              <a:buFontTx/>
              <a:buNone/>
            </a:pPr>
            <a:r>
              <a:rPr lang="en-IN" altLang="en-US" sz="2200" dirty="0">
                <a:solidFill>
                  <a:srgbClr val="0000FF"/>
                </a:solidFill>
                <a:latin typeface="+mn-lt"/>
              </a:rPr>
              <a:t> α</a:t>
            </a:r>
            <a:r>
              <a:rPr lang="en-IN" altLang="en-US" sz="2200" i="1" baseline="-25000" dirty="0">
                <a:solidFill>
                  <a:srgbClr val="0000FF"/>
                </a:solidFill>
                <a:latin typeface="+mn-lt"/>
              </a:rPr>
              <a:t>DC</a:t>
            </a:r>
            <a:r>
              <a:rPr lang="en-IN" altLang="en-US" sz="2200" i="1" dirty="0">
                <a:solidFill>
                  <a:srgbClr val="0000FF"/>
                </a:solidFill>
                <a:latin typeface="+mn-lt"/>
              </a:rPr>
              <a:t> =(I</a:t>
            </a:r>
            <a:r>
              <a:rPr lang="en-IN" altLang="en-US" sz="2200" i="1" baseline="-25000" dirty="0">
                <a:solidFill>
                  <a:srgbClr val="0000FF"/>
                </a:solidFill>
                <a:latin typeface="+mn-lt"/>
              </a:rPr>
              <a:t>C</a:t>
            </a:r>
            <a:r>
              <a:rPr lang="en-IN" altLang="en-US" sz="2200" i="1" dirty="0">
                <a:solidFill>
                  <a:srgbClr val="0000FF"/>
                </a:solidFill>
                <a:latin typeface="+mn-lt"/>
              </a:rPr>
              <a:t>/</a:t>
            </a:r>
            <a:r>
              <a:rPr lang="en-US" altLang="en-US" sz="2200" i="1" dirty="0">
                <a:solidFill>
                  <a:srgbClr val="0000FF"/>
                </a:solidFill>
                <a:latin typeface="+mn-lt"/>
              </a:rPr>
              <a:t>I</a:t>
            </a:r>
            <a:r>
              <a:rPr lang="en-US" altLang="en-US" sz="2200" baseline="-25000" dirty="0">
                <a:solidFill>
                  <a:srgbClr val="0000FF"/>
                </a:solidFill>
                <a:latin typeface="+mn-lt"/>
              </a:rPr>
              <a:t>B</a:t>
            </a:r>
            <a:r>
              <a:rPr lang="en-US" altLang="en-US" sz="2200" dirty="0">
                <a:solidFill>
                  <a:srgbClr val="0000FF"/>
                </a:solidFill>
                <a:latin typeface="+mn-lt"/>
              </a:rPr>
              <a:t> </a:t>
            </a:r>
            <a:r>
              <a:rPr lang="en-IN" altLang="en-US" sz="2200" i="1" dirty="0">
                <a:solidFill>
                  <a:srgbClr val="0000FF"/>
                </a:solidFill>
                <a:latin typeface="+mn-lt"/>
              </a:rPr>
              <a:t>) /(1+ (I</a:t>
            </a:r>
            <a:r>
              <a:rPr lang="en-IN" altLang="en-US" sz="2200" i="1" baseline="-25000" dirty="0">
                <a:solidFill>
                  <a:srgbClr val="0000FF"/>
                </a:solidFill>
                <a:latin typeface="+mn-lt"/>
              </a:rPr>
              <a:t>C</a:t>
            </a:r>
            <a:r>
              <a:rPr lang="en-IN" altLang="en-US" sz="2200" i="1" dirty="0">
                <a:solidFill>
                  <a:srgbClr val="0000FF"/>
                </a:solidFill>
                <a:latin typeface="+mn-lt"/>
              </a:rPr>
              <a:t>/</a:t>
            </a:r>
            <a:r>
              <a:rPr lang="en-US" altLang="en-US" sz="2200" i="1" dirty="0">
                <a:solidFill>
                  <a:srgbClr val="0000FF"/>
                </a:solidFill>
                <a:latin typeface="+mn-lt"/>
              </a:rPr>
              <a:t>I</a:t>
            </a:r>
            <a:r>
              <a:rPr lang="en-US" altLang="en-US" sz="2200" baseline="-25000" dirty="0">
                <a:solidFill>
                  <a:srgbClr val="0000FF"/>
                </a:solidFill>
                <a:latin typeface="+mn-lt"/>
              </a:rPr>
              <a:t>B</a:t>
            </a:r>
            <a:r>
              <a:rPr lang="en-IN" altLang="en-US" sz="2200" i="1" dirty="0">
                <a:solidFill>
                  <a:srgbClr val="0000FF"/>
                </a:solidFill>
                <a:latin typeface="+mn-lt"/>
              </a:rPr>
              <a:t>))</a:t>
            </a:r>
          </a:p>
          <a:p>
            <a:pPr>
              <a:spcBef>
                <a:spcPct val="0"/>
              </a:spcBef>
              <a:buFontTx/>
              <a:buNone/>
            </a:pPr>
            <a:r>
              <a:rPr lang="en-IN" altLang="en-US" sz="2200" i="1" dirty="0">
                <a:solidFill>
                  <a:srgbClr val="0000FF"/>
                </a:solidFill>
                <a:latin typeface="+mn-lt"/>
              </a:rPr>
              <a:t>But </a:t>
            </a:r>
            <a:r>
              <a:rPr lang="en-IN" altLang="en-US" sz="2200" dirty="0">
                <a:solidFill>
                  <a:srgbClr val="0000FF"/>
                </a:solidFill>
                <a:latin typeface="+mn-lt"/>
              </a:rPr>
              <a:t>I</a:t>
            </a:r>
            <a:r>
              <a:rPr lang="en-IN" altLang="en-US" sz="2200" baseline="-25000" dirty="0">
                <a:solidFill>
                  <a:srgbClr val="0000FF"/>
                </a:solidFill>
                <a:latin typeface="+mn-lt"/>
              </a:rPr>
              <a:t>C</a:t>
            </a:r>
            <a:r>
              <a:rPr lang="en-IN" altLang="en-US" sz="2200" dirty="0">
                <a:solidFill>
                  <a:srgbClr val="0000FF"/>
                </a:solidFill>
                <a:latin typeface="+mn-lt"/>
              </a:rPr>
              <a:t>/I</a:t>
            </a:r>
            <a:r>
              <a:rPr lang="en-IN" altLang="en-US" sz="2200" baseline="-25000" dirty="0">
                <a:solidFill>
                  <a:srgbClr val="0000FF"/>
                </a:solidFill>
                <a:latin typeface="+mn-lt"/>
              </a:rPr>
              <a:t>B</a:t>
            </a:r>
            <a:r>
              <a:rPr lang="en-IN" altLang="en-US" sz="2200" dirty="0">
                <a:solidFill>
                  <a:srgbClr val="0000FF"/>
                </a:solidFill>
                <a:latin typeface="+mn-lt"/>
              </a:rPr>
              <a:t> = </a:t>
            </a:r>
            <a:r>
              <a:rPr lang="el-GR" altLang="en-US" sz="2200" dirty="0">
                <a:solidFill>
                  <a:srgbClr val="0000FF"/>
                </a:solidFill>
                <a:latin typeface="+mn-lt"/>
              </a:rPr>
              <a:t>β</a:t>
            </a:r>
            <a:r>
              <a:rPr lang="en-IN" altLang="en-US" sz="2200" baseline="-25000" dirty="0">
                <a:solidFill>
                  <a:srgbClr val="0000FF"/>
                </a:solidFill>
                <a:latin typeface="+mn-lt"/>
              </a:rPr>
              <a:t>DC</a:t>
            </a:r>
          </a:p>
          <a:p>
            <a:pPr algn="ctr">
              <a:spcBef>
                <a:spcPct val="0"/>
              </a:spcBef>
              <a:buFontTx/>
              <a:buNone/>
            </a:pPr>
            <a:r>
              <a:rPr lang="en-IN" altLang="en-US" sz="2200" dirty="0">
                <a:solidFill>
                  <a:srgbClr val="0000FF"/>
                </a:solidFill>
                <a:latin typeface="+mn-lt"/>
              </a:rPr>
              <a:t>α</a:t>
            </a:r>
            <a:r>
              <a:rPr lang="en-IN" altLang="en-US" sz="2200" i="1" baseline="-25000" dirty="0">
                <a:solidFill>
                  <a:srgbClr val="0000FF"/>
                </a:solidFill>
                <a:latin typeface="+mn-lt"/>
              </a:rPr>
              <a:t>DC</a:t>
            </a:r>
            <a:r>
              <a:rPr lang="en-IN" altLang="en-US" sz="2200" i="1" dirty="0">
                <a:solidFill>
                  <a:srgbClr val="0000FF"/>
                </a:solidFill>
                <a:latin typeface="+mn-lt"/>
              </a:rPr>
              <a:t> =</a:t>
            </a:r>
            <a:r>
              <a:rPr lang="el-GR" altLang="en-US" sz="2200" dirty="0">
                <a:solidFill>
                  <a:srgbClr val="0000FF"/>
                </a:solidFill>
                <a:latin typeface="+mn-lt"/>
              </a:rPr>
              <a:t>β</a:t>
            </a:r>
            <a:r>
              <a:rPr lang="en-IN" altLang="en-US" sz="2200" baseline="-25000" dirty="0">
                <a:solidFill>
                  <a:srgbClr val="0000FF"/>
                </a:solidFill>
                <a:latin typeface="+mn-lt"/>
              </a:rPr>
              <a:t>DC</a:t>
            </a:r>
            <a:r>
              <a:rPr lang="en-IN" altLang="en-US" sz="2200" i="1" dirty="0">
                <a:solidFill>
                  <a:srgbClr val="0000FF"/>
                </a:solidFill>
                <a:latin typeface="+mn-lt"/>
              </a:rPr>
              <a:t>/</a:t>
            </a:r>
            <a:r>
              <a:rPr lang="en-US" altLang="en-US" sz="2200" i="1" dirty="0">
                <a:solidFill>
                  <a:srgbClr val="0000FF"/>
                </a:solidFill>
                <a:latin typeface="+mn-lt"/>
              </a:rPr>
              <a:t>1</a:t>
            </a:r>
            <a:r>
              <a:rPr lang="en-US" altLang="en-US" sz="2200" dirty="0">
                <a:solidFill>
                  <a:srgbClr val="0000FF"/>
                </a:solidFill>
                <a:latin typeface="+mn-lt"/>
              </a:rPr>
              <a:t> + </a:t>
            </a:r>
            <a:r>
              <a:rPr lang="el-GR" altLang="en-US" sz="2200" dirty="0">
                <a:solidFill>
                  <a:srgbClr val="0000FF"/>
                </a:solidFill>
                <a:latin typeface="+mn-lt"/>
              </a:rPr>
              <a:t>β</a:t>
            </a:r>
            <a:r>
              <a:rPr lang="en-IN" altLang="en-US" sz="2200" baseline="-25000" dirty="0">
                <a:solidFill>
                  <a:srgbClr val="0000FF"/>
                </a:solidFill>
                <a:latin typeface="+mn-lt"/>
              </a:rPr>
              <a:t>DC</a:t>
            </a:r>
          </a:p>
          <a:p>
            <a:pPr algn="ctr">
              <a:spcBef>
                <a:spcPct val="0"/>
              </a:spcBef>
              <a:buFontTx/>
              <a:buNone/>
            </a:pPr>
            <a:endParaRPr lang="en-IN" altLang="en-US" sz="2200" baseline="-25000" dirty="0">
              <a:solidFill>
                <a:srgbClr val="0000FF"/>
              </a:solidFill>
              <a:latin typeface="+mn-lt"/>
            </a:endParaRPr>
          </a:p>
          <a:p>
            <a:pPr>
              <a:spcBef>
                <a:spcPct val="0"/>
              </a:spcBef>
              <a:buFontTx/>
              <a:buNone/>
            </a:pPr>
            <a:r>
              <a:rPr lang="en-IN" altLang="en-US" sz="2200" dirty="0">
                <a:solidFill>
                  <a:srgbClr val="0000FF"/>
                </a:solidFill>
                <a:latin typeface="+mn-lt"/>
              </a:rPr>
              <a:t>Similarly we can obtain the expression for </a:t>
            </a:r>
            <a:r>
              <a:rPr lang="el-GR" altLang="en-US" sz="2200" dirty="0">
                <a:solidFill>
                  <a:srgbClr val="0000FF"/>
                </a:solidFill>
                <a:latin typeface="+mn-lt"/>
              </a:rPr>
              <a:t>β</a:t>
            </a:r>
            <a:r>
              <a:rPr lang="en-IN" altLang="en-US" sz="2200" baseline="-25000" dirty="0">
                <a:solidFill>
                  <a:srgbClr val="0000FF"/>
                </a:solidFill>
                <a:latin typeface="+mn-lt"/>
              </a:rPr>
              <a:t>DC </a:t>
            </a:r>
            <a:r>
              <a:rPr lang="en-IN" altLang="en-US" sz="2200" dirty="0">
                <a:solidFill>
                  <a:srgbClr val="0000FF"/>
                </a:solidFill>
                <a:latin typeface="+mn-lt"/>
              </a:rPr>
              <a:t>:</a:t>
            </a:r>
          </a:p>
          <a:p>
            <a:pPr>
              <a:spcBef>
                <a:spcPct val="0"/>
              </a:spcBef>
              <a:buFontTx/>
              <a:buNone/>
            </a:pPr>
            <a:endParaRPr lang="en-IN" altLang="en-US" sz="2200" baseline="-25000" dirty="0">
              <a:solidFill>
                <a:srgbClr val="0000FF"/>
              </a:solidFill>
              <a:latin typeface="+mn-lt"/>
            </a:endParaRPr>
          </a:p>
          <a:p>
            <a:pPr algn="ctr">
              <a:spcBef>
                <a:spcPct val="0"/>
              </a:spcBef>
              <a:buFontTx/>
              <a:buNone/>
            </a:pPr>
            <a:r>
              <a:rPr lang="en-IN" altLang="en-US" sz="2200" baseline="-25000" dirty="0">
                <a:solidFill>
                  <a:srgbClr val="0000FF"/>
                </a:solidFill>
                <a:latin typeface="+mn-lt"/>
              </a:rPr>
              <a:t> </a:t>
            </a:r>
            <a:r>
              <a:rPr lang="el-GR" altLang="en-US" sz="2200" dirty="0">
                <a:solidFill>
                  <a:srgbClr val="0000FF"/>
                </a:solidFill>
                <a:latin typeface="+mn-lt"/>
              </a:rPr>
              <a:t>β</a:t>
            </a:r>
            <a:r>
              <a:rPr lang="en-IN" altLang="en-US" sz="2200" baseline="-25000" dirty="0">
                <a:solidFill>
                  <a:srgbClr val="0000FF"/>
                </a:solidFill>
                <a:latin typeface="+mn-lt"/>
              </a:rPr>
              <a:t>DC</a:t>
            </a:r>
            <a:r>
              <a:rPr lang="en-IN" altLang="en-US" sz="2200" i="1" dirty="0">
                <a:solidFill>
                  <a:srgbClr val="0000FF"/>
                </a:solidFill>
                <a:latin typeface="+mn-lt"/>
              </a:rPr>
              <a:t>=</a:t>
            </a:r>
            <a:r>
              <a:rPr lang="en-IN" altLang="en-US" sz="2200" dirty="0">
                <a:solidFill>
                  <a:srgbClr val="0000FF"/>
                </a:solidFill>
                <a:latin typeface="+mn-lt"/>
              </a:rPr>
              <a:t>α</a:t>
            </a:r>
            <a:r>
              <a:rPr lang="en-IN" altLang="en-US" sz="2200" baseline="-25000" dirty="0">
                <a:solidFill>
                  <a:srgbClr val="0000FF"/>
                </a:solidFill>
                <a:latin typeface="+mn-lt"/>
              </a:rPr>
              <a:t>DC</a:t>
            </a:r>
            <a:r>
              <a:rPr lang="en-IN" altLang="en-US" sz="2200" i="1" dirty="0">
                <a:solidFill>
                  <a:srgbClr val="0000FF"/>
                </a:solidFill>
                <a:latin typeface="+mn-lt"/>
              </a:rPr>
              <a:t>/</a:t>
            </a:r>
            <a:r>
              <a:rPr lang="en-US" altLang="en-US" sz="2200" i="1" dirty="0">
                <a:solidFill>
                  <a:srgbClr val="0000FF"/>
                </a:solidFill>
                <a:latin typeface="+mn-lt"/>
              </a:rPr>
              <a:t>1</a:t>
            </a:r>
            <a:r>
              <a:rPr lang="en-US" altLang="en-US" sz="2200" dirty="0">
                <a:solidFill>
                  <a:srgbClr val="0000FF"/>
                </a:solidFill>
                <a:latin typeface="+mn-lt"/>
              </a:rPr>
              <a:t> - </a:t>
            </a:r>
            <a:r>
              <a:rPr lang="en-IN" altLang="en-US" sz="2200" dirty="0">
                <a:solidFill>
                  <a:srgbClr val="0000FF"/>
                </a:solidFill>
                <a:latin typeface="+mn-lt"/>
              </a:rPr>
              <a:t>α</a:t>
            </a:r>
            <a:r>
              <a:rPr lang="en-IN" altLang="en-US" sz="2200" baseline="-25000" dirty="0">
                <a:solidFill>
                  <a:srgbClr val="0000FF"/>
                </a:solidFill>
                <a:latin typeface="+mn-lt"/>
              </a:rPr>
              <a:t>DC</a:t>
            </a:r>
          </a:p>
          <a:p>
            <a:pPr>
              <a:spcBef>
                <a:spcPct val="0"/>
              </a:spcBef>
              <a:buFontTx/>
              <a:buNone/>
            </a:pPr>
            <a:endParaRPr lang="en-IN" altLang="en-US" sz="2200" baseline="-25000" dirty="0">
              <a:solidFill>
                <a:srgbClr val="0000FF"/>
              </a:solidFill>
              <a:latin typeface="+mn-lt"/>
            </a:endParaRPr>
          </a:p>
          <a:p>
            <a:pPr algn="ctr">
              <a:spcBef>
                <a:spcPct val="0"/>
              </a:spcBef>
              <a:buFontTx/>
              <a:buNone/>
            </a:pPr>
            <a:r>
              <a:rPr lang="en-IN" altLang="en-US" sz="2200" baseline="-25000" dirty="0">
                <a:solidFill>
                  <a:srgbClr val="0000FF"/>
                </a:solidFill>
                <a:latin typeface="+mn-lt"/>
              </a:rPr>
              <a:t> </a:t>
            </a:r>
            <a:endParaRPr lang="en-IN" altLang="en-US" sz="2200" dirty="0">
              <a:solidFill>
                <a:srgbClr val="0000FF"/>
              </a:solidFill>
              <a:latin typeface="+mn-lt"/>
            </a:endParaRPr>
          </a:p>
        </p:txBody>
      </p:sp>
    </p:spTree>
    <p:extLst>
      <p:ext uri="{BB962C8B-B14F-4D97-AF65-F5344CB8AC3E}">
        <p14:creationId xmlns:p14="http://schemas.microsoft.com/office/powerpoint/2010/main" val="37057065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4" y="1955845"/>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03478" y="2256535"/>
            <a:ext cx="7887578" cy="630942"/>
          </a:xfrm>
          <a:prstGeom prst="rect">
            <a:avLst/>
          </a:prstGeom>
        </p:spPr>
        <p:txBody>
          <a:bodyPr wrap="square">
            <a:spAutoFit/>
          </a:bodyPr>
          <a:lstStyle/>
          <a:p>
            <a:pPr algn="ctr"/>
            <a:r>
              <a:rPr lang="en-US" sz="3500" dirty="0">
                <a:solidFill>
                  <a:schemeClr val="bg1"/>
                </a:solidFill>
                <a:latin typeface="+mj-lt"/>
                <a:ea typeface="Calibri" panose="020F0502020204030204" pitchFamily="34" charset="0"/>
                <a:cs typeface="Times New Roman" panose="02020603050405020304" pitchFamily="18" charset="0"/>
              </a:rPr>
              <a:t>DIODE AND TRANSISTORS</a:t>
            </a:r>
          </a:p>
        </p:txBody>
      </p:sp>
      <p:sp>
        <p:nvSpPr>
          <p:cNvPr id="7" name="Rectangle 6"/>
          <p:cNvSpPr/>
          <p:nvPr/>
        </p:nvSpPr>
        <p:spPr>
          <a:xfrm>
            <a:off x="342741" y="5601409"/>
            <a:ext cx="3832829" cy="323165"/>
          </a:xfrm>
          <a:prstGeom prst="rect">
            <a:avLst/>
          </a:prstGeom>
        </p:spPr>
        <p:txBody>
          <a:bodyPr wrap="square">
            <a:spAutoFit/>
          </a:bodyPr>
          <a:lstStyle/>
          <a:p>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056D2D65-FF19-92B6-7910-30838DFA4D4A}"/>
              </a:ext>
            </a:extLst>
          </p:cNvPr>
          <p:cNvSpPr txBox="1"/>
          <p:nvPr/>
        </p:nvSpPr>
        <p:spPr>
          <a:xfrm>
            <a:off x="107879" y="5601409"/>
            <a:ext cx="4572000" cy="98488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Dr. Shubhrajyoti Kundu</a:t>
            </a:r>
            <a:br>
              <a:rPr kumimoji="0" lang="en-US" sz="1058"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r>
              <a:rPr kumimoji="0" lang="en-US"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Assistant Professor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Electrical Engineering</a:t>
            </a:r>
            <a:endParaRPr lang="en-IN" dirty="0"/>
          </a:p>
        </p:txBody>
      </p:sp>
    </p:spTree>
    <p:extLst>
      <p:ext uri="{BB962C8B-B14F-4D97-AF65-F5344CB8AC3E}">
        <p14:creationId xmlns:p14="http://schemas.microsoft.com/office/powerpoint/2010/main" val="42661235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31076" y="1778284"/>
            <a:ext cx="6074228" cy="5262979"/>
          </a:xfrm>
          <a:prstGeom prst="rect">
            <a:avLst/>
          </a:prstGeom>
          <a:noFill/>
        </p:spPr>
        <p:txBody>
          <a:bodyPr wrap="square">
            <a:spAutoFit/>
          </a:bodyPr>
          <a:lstStyle/>
          <a:p>
            <a:r>
              <a:rPr lang="en-US" sz="2200" b="1" dirty="0">
                <a:solidFill>
                  <a:schemeClr val="bg1"/>
                </a:solidFill>
                <a:latin typeface="+mj-lt"/>
              </a:rPr>
              <a:t>Content </a:t>
            </a:r>
          </a:p>
          <a:p>
            <a:endParaRPr lang="en-US" sz="2200" dirty="0">
              <a:latin typeface="+mj-lt"/>
            </a:endParaRPr>
          </a:p>
          <a:p>
            <a:pPr marL="342900" indent="-342900">
              <a:buAutoNum type="arabicPeriod"/>
            </a:pPr>
            <a:r>
              <a:rPr lang="en-US" sz="2200" dirty="0">
                <a:latin typeface="+mj-lt"/>
              </a:rPr>
              <a:t>BJT Characteristics                                                 2</a:t>
            </a:r>
          </a:p>
          <a:p>
            <a:pPr marL="342900" indent="-342900">
              <a:buAutoNum type="arabicPeriod"/>
            </a:pPr>
            <a:endParaRPr lang="en-US" sz="2200" dirty="0">
              <a:latin typeface="+mj-lt"/>
            </a:endParaRPr>
          </a:p>
          <a:p>
            <a:pPr marL="342900" indent="-342900">
              <a:buAutoNum type="arabicPeriod"/>
            </a:pPr>
            <a:r>
              <a:rPr lang="en-US" sz="2200" dirty="0">
                <a:latin typeface="+mj-lt"/>
              </a:rPr>
              <a:t>Biased and Unbiased BJT                                      5</a:t>
            </a:r>
          </a:p>
          <a:p>
            <a:r>
              <a:rPr lang="en-US" sz="2200" dirty="0">
                <a:latin typeface="+mj-lt"/>
              </a:rPr>
              <a:t>    2.1 Fixed Base Biasing a Transistor</a:t>
            </a:r>
          </a:p>
          <a:p>
            <a:r>
              <a:rPr lang="en-US" sz="2200" dirty="0">
                <a:latin typeface="+mj-lt"/>
              </a:rPr>
              <a:t>    2.2 Emitter Feedback Bias</a:t>
            </a:r>
          </a:p>
          <a:p>
            <a:endParaRPr lang="en-US" sz="2200" dirty="0">
              <a:latin typeface="+mj-lt"/>
            </a:endParaRPr>
          </a:p>
          <a:p>
            <a:r>
              <a:rPr lang="en-US" sz="2200" dirty="0">
                <a:latin typeface="+mj-lt"/>
              </a:rPr>
              <a:t>3.   Transistor Configurations                                    15</a:t>
            </a:r>
          </a:p>
          <a:p>
            <a:r>
              <a:rPr lang="en-US" sz="2200" dirty="0">
                <a:latin typeface="+mj-lt"/>
              </a:rPr>
              <a:t>    3.1 Common Emitter</a:t>
            </a:r>
          </a:p>
          <a:p>
            <a:r>
              <a:rPr lang="en-US" sz="2200" dirty="0">
                <a:latin typeface="+mj-lt"/>
              </a:rPr>
              <a:t>    3.2 Common Base</a:t>
            </a:r>
          </a:p>
          <a:p>
            <a:r>
              <a:rPr lang="en-US" sz="2200" dirty="0">
                <a:latin typeface="+mj-lt"/>
              </a:rPr>
              <a:t>    3.3 Common Collector</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2788355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064B2-714F-5481-5FC0-59BE082B857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E589639-B9A6-F391-5924-DF89CD8B9DF1}"/>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9D1190C2-D7DA-5ED1-DFAD-80DB968D36C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53B6DE08-8A25-7B5C-EB09-44CEE3F3D83F}"/>
              </a:ext>
            </a:extLst>
          </p:cNvPr>
          <p:cNvSpPr>
            <a:spLocks noChangeArrowheads="1"/>
          </p:cNvSpPr>
          <p:nvPr>
            <p:custDataLst>
              <p:tags r:id="R8b4a243c3dff4051"/>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Characteristics and Specifications of BJT</a:t>
            </a:r>
          </a:p>
        </p:txBody>
      </p:sp>
      <p:sp>
        <p:nvSpPr>
          <p:cNvPr id="3" name="Text Box 10">
            <a:extLst>
              <a:ext uri="{FF2B5EF4-FFF2-40B4-BE49-F238E27FC236}">
                <a16:creationId xmlns:a16="http://schemas.microsoft.com/office/drawing/2014/main" id="{E2227AB8-6493-8DB0-69E5-6E5AC8B53A86}"/>
              </a:ext>
            </a:extLst>
          </p:cNvPr>
          <p:cNvSpPr txBox="1">
            <a:spLocks noChangeArrowheads="1"/>
          </p:cNvSpPr>
          <p:nvPr/>
        </p:nvSpPr>
        <p:spPr bwMode="auto">
          <a:xfrm>
            <a:off x="685551" y="2294173"/>
            <a:ext cx="75438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eaLnBrk="1" hangingPunct="1">
              <a:spcBef>
                <a:spcPct val="0"/>
              </a:spcBef>
              <a:buFont typeface="Wingdings" panose="05000000000000000000" pitchFamily="2" charset="2"/>
              <a:buChar char="q"/>
            </a:pPr>
            <a:r>
              <a:rPr lang="en-US" altLang="en-US" sz="2200" dirty="0">
                <a:solidFill>
                  <a:srgbClr val="0000FF"/>
                </a:solidFill>
                <a:latin typeface="+mn-lt"/>
              </a:rPr>
              <a:t>The collector characteristic curves show the relationship of the three transistor currents. </a:t>
            </a:r>
          </a:p>
        </p:txBody>
      </p:sp>
      <p:sp>
        <p:nvSpPr>
          <p:cNvPr id="5" name="Text Box 14">
            <a:extLst>
              <a:ext uri="{FF2B5EF4-FFF2-40B4-BE49-F238E27FC236}">
                <a16:creationId xmlns:a16="http://schemas.microsoft.com/office/drawing/2014/main" id="{B64F8C2D-1141-CC59-8131-F945ECEA77CA}"/>
              </a:ext>
            </a:extLst>
          </p:cNvPr>
          <p:cNvSpPr txBox="1">
            <a:spLocks noChangeArrowheads="1"/>
          </p:cNvSpPr>
          <p:nvPr/>
        </p:nvSpPr>
        <p:spPr bwMode="auto">
          <a:xfrm>
            <a:off x="685551" y="3124436"/>
            <a:ext cx="79248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eaLnBrk="1" hangingPunct="1">
              <a:spcBef>
                <a:spcPct val="50000"/>
              </a:spcBef>
              <a:buFont typeface="Wingdings" panose="05000000000000000000" pitchFamily="2" charset="2"/>
              <a:buChar char="q"/>
            </a:pPr>
            <a:r>
              <a:rPr lang="en-US" altLang="en-US" sz="2200" dirty="0">
                <a:solidFill>
                  <a:srgbClr val="0000FF"/>
                </a:solidFill>
                <a:latin typeface="+mn-lt"/>
              </a:rPr>
              <a:t>The curve shown is for a fixed based current. The first region is the </a:t>
            </a:r>
            <a:r>
              <a:rPr lang="en-US" altLang="en-US" sz="2200" b="1" dirty="0">
                <a:solidFill>
                  <a:srgbClr val="0000FF"/>
                </a:solidFill>
                <a:latin typeface="+mn-lt"/>
              </a:rPr>
              <a:t>saturation region</a:t>
            </a:r>
            <a:r>
              <a:rPr lang="en-US" altLang="en-US" sz="2000" dirty="0">
                <a:solidFill>
                  <a:srgbClr val="0000FF"/>
                </a:solidFill>
                <a:latin typeface="Times New Roman" panose="02020603050405020304" pitchFamily="18" charset="0"/>
              </a:rPr>
              <a:t>. </a:t>
            </a:r>
          </a:p>
        </p:txBody>
      </p:sp>
      <p:sp>
        <p:nvSpPr>
          <p:cNvPr id="6" name="Text Box 28">
            <a:extLst>
              <a:ext uri="{FF2B5EF4-FFF2-40B4-BE49-F238E27FC236}">
                <a16:creationId xmlns:a16="http://schemas.microsoft.com/office/drawing/2014/main" id="{E9CDC9C8-D0FD-324E-59A9-195AD131D4D4}"/>
              </a:ext>
            </a:extLst>
          </p:cNvPr>
          <p:cNvSpPr txBox="1">
            <a:spLocks noChangeArrowheads="1"/>
          </p:cNvSpPr>
          <p:nvPr/>
        </p:nvSpPr>
        <p:spPr bwMode="auto">
          <a:xfrm>
            <a:off x="446942" y="3848973"/>
            <a:ext cx="3505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eaLnBrk="1" hangingPunct="1">
              <a:spcBef>
                <a:spcPct val="50000"/>
              </a:spcBef>
              <a:buFontTx/>
              <a:buNone/>
            </a:pPr>
            <a:r>
              <a:rPr lang="en-US" altLang="en-US" sz="2200" dirty="0">
                <a:solidFill>
                  <a:srgbClr val="0000FF"/>
                </a:solidFill>
                <a:latin typeface="+mn-lt"/>
              </a:rPr>
              <a:t>As </a:t>
            </a:r>
            <a:r>
              <a:rPr lang="en-US" altLang="en-US" sz="2200" i="1" dirty="0">
                <a:solidFill>
                  <a:srgbClr val="0000FF"/>
                </a:solidFill>
                <a:latin typeface="+mn-lt"/>
              </a:rPr>
              <a:t>V</a:t>
            </a:r>
            <a:r>
              <a:rPr lang="en-US" altLang="en-US" sz="2200" baseline="-25000" dirty="0">
                <a:solidFill>
                  <a:srgbClr val="0000FF"/>
                </a:solidFill>
                <a:latin typeface="+mn-lt"/>
              </a:rPr>
              <a:t>CE</a:t>
            </a:r>
            <a:r>
              <a:rPr lang="en-US" altLang="en-US" sz="2200" dirty="0">
                <a:solidFill>
                  <a:srgbClr val="0000FF"/>
                </a:solidFill>
                <a:latin typeface="+mn-lt"/>
              </a:rPr>
              <a:t> is increased, </a:t>
            </a:r>
            <a:r>
              <a:rPr lang="en-US" altLang="en-US" sz="2200" i="1" dirty="0">
                <a:solidFill>
                  <a:srgbClr val="0000FF"/>
                </a:solidFill>
                <a:latin typeface="+mn-lt"/>
              </a:rPr>
              <a:t>I</a:t>
            </a:r>
            <a:r>
              <a:rPr lang="en-US" altLang="en-US" sz="2200" baseline="-25000" dirty="0">
                <a:solidFill>
                  <a:srgbClr val="0000FF"/>
                </a:solidFill>
                <a:latin typeface="+mn-lt"/>
              </a:rPr>
              <a:t>C</a:t>
            </a:r>
            <a:r>
              <a:rPr lang="en-US" altLang="en-US" sz="2200" dirty="0">
                <a:solidFill>
                  <a:srgbClr val="0000FF"/>
                </a:solidFill>
                <a:latin typeface="+mn-lt"/>
              </a:rPr>
              <a:t> increases until </a:t>
            </a:r>
            <a:r>
              <a:rPr lang="en-US" altLang="en-US" sz="2200" i="1" dirty="0">
                <a:solidFill>
                  <a:srgbClr val="0000FF"/>
                </a:solidFill>
                <a:latin typeface="+mn-lt"/>
              </a:rPr>
              <a:t>B</a:t>
            </a:r>
            <a:r>
              <a:rPr lang="en-US" altLang="en-US" sz="2200" dirty="0">
                <a:solidFill>
                  <a:srgbClr val="0000FF"/>
                </a:solidFill>
                <a:latin typeface="+mn-lt"/>
              </a:rPr>
              <a:t>. Then it flattens in region between points </a:t>
            </a:r>
            <a:r>
              <a:rPr lang="en-US" altLang="en-US" sz="2200" i="1" dirty="0">
                <a:solidFill>
                  <a:srgbClr val="0000FF"/>
                </a:solidFill>
                <a:latin typeface="+mn-lt"/>
              </a:rPr>
              <a:t>B</a:t>
            </a:r>
            <a:r>
              <a:rPr lang="en-US" altLang="en-US" sz="2200" dirty="0">
                <a:solidFill>
                  <a:srgbClr val="0000FF"/>
                </a:solidFill>
                <a:latin typeface="+mn-lt"/>
              </a:rPr>
              <a:t> and </a:t>
            </a:r>
            <a:r>
              <a:rPr lang="en-US" altLang="en-US" sz="2200" i="1" dirty="0">
                <a:solidFill>
                  <a:srgbClr val="0000FF"/>
                </a:solidFill>
                <a:latin typeface="+mn-lt"/>
              </a:rPr>
              <a:t>C</a:t>
            </a:r>
            <a:r>
              <a:rPr lang="en-US" altLang="en-US" sz="2200" dirty="0">
                <a:solidFill>
                  <a:srgbClr val="0000FF"/>
                </a:solidFill>
                <a:latin typeface="+mn-lt"/>
              </a:rPr>
              <a:t>, which is the </a:t>
            </a:r>
            <a:r>
              <a:rPr lang="en-US" altLang="en-US" sz="2200" b="1" dirty="0">
                <a:solidFill>
                  <a:srgbClr val="0000FF"/>
                </a:solidFill>
                <a:latin typeface="+mn-lt"/>
              </a:rPr>
              <a:t>active region</a:t>
            </a:r>
            <a:r>
              <a:rPr lang="en-US" altLang="en-US" sz="2200" dirty="0">
                <a:solidFill>
                  <a:srgbClr val="0000FF"/>
                </a:solidFill>
                <a:latin typeface="+mn-lt"/>
              </a:rPr>
              <a:t>.</a:t>
            </a:r>
          </a:p>
        </p:txBody>
      </p:sp>
      <p:sp>
        <p:nvSpPr>
          <p:cNvPr id="7" name="Text Box 29">
            <a:extLst>
              <a:ext uri="{FF2B5EF4-FFF2-40B4-BE49-F238E27FC236}">
                <a16:creationId xmlns:a16="http://schemas.microsoft.com/office/drawing/2014/main" id="{001EB0FA-D0F6-4CBC-3BB5-51AFDBCBE490}"/>
              </a:ext>
            </a:extLst>
          </p:cNvPr>
          <p:cNvSpPr txBox="1">
            <a:spLocks noChangeArrowheads="1"/>
          </p:cNvSpPr>
          <p:nvPr/>
        </p:nvSpPr>
        <p:spPr bwMode="auto">
          <a:xfrm>
            <a:off x="489445" y="5717761"/>
            <a:ext cx="3429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eaLnBrk="1" hangingPunct="1">
              <a:spcBef>
                <a:spcPct val="50000"/>
              </a:spcBef>
              <a:buFontTx/>
              <a:buNone/>
            </a:pPr>
            <a:r>
              <a:rPr lang="en-US" altLang="en-US" sz="2200" dirty="0">
                <a:solidFill>
                  <a:srgbClr val="0000FF"/>
                </a:solidFill>
                <a:latin typeface="+mn-lt"/>
              </a:rPr>
              <a:t>After </a:t>
            </a:r>
            <a:r>
              <a:rPr lang="en-US" altLang="en-US" sz="2200" i="1" dirty="0">
                <a:solidFill>
                  <a:srgbClr val="0000FF"/>
                </a:solidFill>
                <a:latin typeface="+mn-lt"/>
              </a:rPr>
              <a:t>C</a:t>
            </a:r>
            <a:r>
              <a:rPr lang="en-US" altLang="en-US" sz="2200" dirty="0">
                <a:solidFill>
                  <a:srgbClr val="0000FF"/>
                </a:solidFill>
                <a:latin typeface="+mn-lt"/>
              </a:rPr>
              <a:t>, is the </a:t>
            </a:r>
            <a:r>
              <a:rPr lang="en-US" altLang="en-US" sz="2200" b="1" dirty="0">
                <a:solidFill>
                  <a:srgbClr val="0000FF"/>
                </a:solidFill>
                <a:latin typeface="+mn-lt"/>
              </a:rPr>
              <a:t>breakdown region</a:t>
            </a:r>
            <a:r>
              <a:rPr lang="en-US" altLang="en-US" sz="2200" dirty="0">
                <a:solidFill>
                  <a:srgbClr val="0000FF"/>
                </a:solidFill>
                <a:latin typeface="+mn-lt"/>
              </a:rPr>
              <a:t>.</a:t>
            </a:r>
            <a:r>
              <a:rPr lang="en-US" altLang="en-US" sz="2200" b="1" dirty="0">
                <a:solidFill>
                  <a:srgbClr val="0000FF"/>
                </a:solidFill>
                <a:latin typeface="+mn-lt"/>
              </a:rPr>
              <a:t>  </a:t>
            </a:r>
            <a:endParaRPr lang="en-US" altLang="en-US" sz="2200" dirty="0">
              <a:solidFill>
                <a:srgbClr val="0000FF"/>
              </a:solidFill>
              <a:latin typeface="+mn-lt"/>
            </a:endParaRPr>
          </a:p>
        </p:txBody>
      </p:sp>
      <p:graphicFrame>
        <p:nvGraphicFramePr>
          <p:cNvPr id="14" name="Object 16">
            <a:extLst>
              <a:ext uri="{FF2B5EF4-FFF2-40B4-BE49-F238E27FC236}">
                <a16:creationId xmlns:a16="http://schemas.microsoft.com/office/drawing/2014/main" id="{F8D1533B-EC48-F0BD-C08D-206F37886F68}"/>
              </a:ext>
            </a:extLst>
          </p:cNvPr>
          <p:cNvGraphicFramePr>
            <a:graphicFrameLocks noChangeAspect="1"/>
          </p:cNvGraphicFramePr>
          <p:nvPr/>
        </p:nvGraphicFramePr>
        <p:xfrm>
          <a:off x="4343151" y="3486978"/>
          <a:ext cx="3886200" cy="2914650"/>
        </p:xfrm>
        <a:graphic>
          <a:graphicData uri="http://schemas.openxmlformats.org/presentationml/2006/ole">
            <mc:AlternateContent xmlns:mc="http://schemas.openxmlformats.org/markup-compatibility/2006">
              <mc:Choice xmlns:v="urn:schemas-microsoft-com:vml" Requires="v">
                <p:oleObj name="CorelDRAW" r:id="R1013e0e6a76343f0" imgW="3311611" imgH="2617866" progId="CorelDRAW.Graphic.13">
                  <p:embed/>
                </p:oleObj>
              </mc:Choice>
              <mc:Fallback>
                <p:oleObj name="CorelDRAW" r:id="R86b2209e2eb142a7" imgW="3311611" imgH="2617866" progId="CorelDRAW.Graphic.13">
                  <p:embed/>
                  <p:pic>
                    <p:nvPicPr>
                      <p:cNvPr id="14" name="Object 16">
                        <a:extLst>
                          <a:ext uri="{FF2B5EF4-FFF2-40B4-BE49-F238E27FC236}">
                            <a16:creationId xmlns:a16="http://schemas.microsoft.com/office/drawing/2014/main" id="{F8D1533B-EC48-F0BD-C08D-206F37886F68}"/>
                          </a:ext>
                        </a:extLst>
                      </p:cNvPr>
                      <p:cNvPicPr>
                        <a:picLocks noChangeAspect="1" noChangeArrowheads="1"/>
                      </p:cNvPicPr>
                      <p:nvPr/>
                    </p:nvPicPr>
                    <p:blipFill>
                      <a:blip r:embed="R94afdbd493e74381">
                        <a:extLst>
                          <a:ext uri="{28A0092B-C50C-407E-A947-70E740481C1C}">
                            <a14:useLocalDpi xmlns:a14="http://schemas.microsoft.com/office/drawing/2010/main" val="0"/>
                          </a:ext>
                        </a:extLst>
                      </a:blip>
                      <a:srcRect/>
                      <a:stretch>
                        <a:fillRect/>
                      </a:stretch>
                    </p:blipFill>
                    <p:spPr bwMode="auto">
                      <a:xfrm>
                        <a:off x="4343151" y="3486978"/>
                        <a:ext cx="3886200"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 Box 17">
            <a:extLst>
              <a:ext uri="{FF2B5EF4-FFF2-40B4-BE49-F238E27FC236}">
                <a16:creationId xmlns:a16="http://schemas.microsoft.com/office/drawing/2014/main" id="{E8A5D04F-3477-EB11-DBF6-D290419BFEEB}"/>
              </a:ext>
            </a:extLst>
          </p:cNvPr>
          <p:cNvSpPr txBox="1">
            <a:spLocks noChangeArrowheads="1"/>
          </p:cNvSpPr>
          <p:nvPr/>
        </p:nvSpPr>
        <p:spPr bwMode="auto">
          <a:xfrm>
            <a:off x="4595813" y="5287963"/>
            <a:ext cx="12192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eaLnBrk="1" hangingPunct="1">
              <a:spcBef>
                <a:spcPct val="50000"/>
              </a:spcBef>
              <a:buFontTx/>
              <a:buNone/>
            </a:pPr>
            <a:r>
              <a:rPr lang="en-US" altLang="en-US" sz="1600" i="1" dirty="0">
                <a:solidFill>
                  <a:srgbClr val="0000FF"/>
                </a:solidFill>
                <a:latin typeface="Times New Roman" panose="02020603050405020304" pitchFamily="18" charset="0"/>
              </a:rPr>
              <a:t>Saturation region</a:t>
            </a:r>
          </a:p>
        </p:txBody>
      </p:sp>
      <p:sp>
        <p:nvSpPr>
          <p:cNvPr id="16" name="Text Box 22">
            <a:extLst>
              <a:ext uri="{FF2B5EF4-FFF2-40B4-BE49-F238E27FC236}">
                <a16:creationId xmlns:a16="http://schemas.microsoft.com/office/drawing/2014/main" id="{2A3F2AB6-46B1-C9FB-3610-C1E67126CA02}"/>
              </a:ext>
            </a:extLst>
          </p:cNvPr>
          <p:cNvSpPr txBox="1">
            <a:spLocks noChangeArrowheads="1"/>
          </p:cNvSpPr>
          <p:nvPr/>
        </p:nvSpPr>
        <p:spPr bwMode="auto">
          <a:xfrm>
            <a:off x="5275263" y="4676775"/>
            <a:ext cx="1371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eaLnBrk="1" hangingPunct="1">
              <a:spcBef>
                <a:spcPct val="50000"/>
              </a:spcBef>
              <a:buFontTx/>
              <a:buNone/>
            </a:pPr>
            <a:r>
              <a:rPr lang="en-US" altLang="en-US" sz="1600" i="1" dirty="0">
                <a:solidFill>
                  <a:srgbClr val="0000FF"/>
                </a:solidFill>
                <a:latin typeface="Times New Roman" panose="02020603050405020304" pitchFamily="18" charset="0"/>
              </a:rPr>
              <a:t>Active region</a:t>
            </a:r>
          </a:p>
        </p:txBody>
      </p:sp>
      <p:sp>
        <p:nvSpPr>
          <p:cNvPr id="17" name="Text Box 25">
            <a:extLst>
              <a:ext uri="{FF2B5EF4-FFF2-40B4-BE49-F238E27FC236}">
                <a16:creationId xmlns:a16="http://schemas.microsoft.com/office/drawing/2014/main" id="{835CED1A-CB02-9F71-1FF0-10752EB065FA}"/>
              </a:ext>
            </a:extLst>
          </p:cNvPr>
          <p:cNvSpPr txBox="1">
            <a:spLocks noChangeArrowheads="1"/>
          </p:cNvSpPr>
          <p:nvPr/>
        </p:nvSpPr>
        <p:spPr bwMode="auto">
          <a:xfrm>
            <a:off x="6283325" y="3862388"/>
            <a:ext cx="13716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eaLnBrk="1" hangingPunct="1">
              <a:spcBef>
                <a:spcPct val="50000"/>
              </a:spcBef>
              <a:buFontTx/>
              <a:buNone/>
            </a:pPr>
            <a:r>
              <a:rPr lang="en-US" altLang="en-US" sz="1600" i="1" dirty="0">
                <a:solidFill>
                  <a:srgbClr val="0000FF"/>
                </a:solidFill>
                <a:latin typeface="Times New Roman" panose="02020603050405020304" pitchFamily="18" charset="0"/>
              </a:rPr>
              <a:t>Breakdown region</a:t>
            </a:r>
          </a:p>
        </p:txBody>
      </p:sp>
    </p:spTree>
    <p:extLst>
      <p:ext uri="{BB962C8B-B14F-4D97-AF65-F5344CB8AC3E}">
        <p14:creationId xmlns:p14="http://schemas.microsoft.com/office/powerpoint/2010/main" val="2997907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3" presetClass="entr" presetSubtype="16" fill="hold" nodeType="after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p:cTn id="24" dur="500" fill="hold"/>
                                        <p:tgtEl>
                                          <p:spTgt spid="15"/>
                                        </p:tgtEl>
                                        <p:attrNameLst>
                                          <p:attrName>ppt_w</p:attrName>
                                        </p:attrNameLst>
                                      </p:cBhvr>
                                      <p:tavLst>
                                        <p:tav tm="0">
                                          <p:val>
                                            <p:fltVal val="0"/>
                                          </p:val>
                                        </p:tav>
                                        <p:tav tm="100000">
                                          <p:val>
                                            <p:strVal val="#ppt_w"/>
                                          </p:val>
                                        </p:tav>
                                      </p:tavLst>
                                    </p:anim>
                                    <p:anim calcmode="lin" valueType="num">
                                      <p:cBhvr>
                                        <p:cTn id="25" dur="500" fill="hold"/>
                                        <p:tgtEl>
                                          <p:spTgt spid="15"/>
                                        </p:tgtEl>
                                        <p:attrNameLst>
                                          <p:attrName>ppt_h</p:attrName>
                                        </p:attrNameLst>
                                      </p:cBhvr>
                                      <p:tavLst>
                                        <p:tav tm="0">
                                          <p:val>
                                            <p:fltVal val="0"/>
                                          </p:val>
                                        </p:tav>
                                        <p:tav tm="100000">
                                          <p:val>
                                            <p:strVal val="#ppt_h"/>
                                          </p:val>
                                        </p:tav>
                                      </p:tavLst>
                                    </p:anim>
                                  </p:childTnLst>
                                </p:cTn>
                              </p:par>
                            </p:childTnLst>
                          </p:cTn>
                        </p:par>
                        <p:par>
                          <p:cTn id="26" fill="hold">
                            <p:stCondLst>
                              <p:cond delay="1000"/>
                            </p:stCondLst>
                            <p:childTnLst>
                              <p:par>
                                <p:cTn id="27" presetID="23" presetClass="entr" presetSubtype="16" fill="hold" nodeType="after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p:cTn id="29" dur="500" fill="hold"/>
                                        <p:tgtEl>
                                          <p:spTgt spid="16"/>
                                        </p:tgtEl>
                                        <p:attrNameLst>
                                          <p:attrName>ppt_w</p:attrName>
                                        </p:attrNameLst>
                                      </p:cBhvr>
                                      <p:tavLst>
                                        <p:tav tm="0">
                                          <p:val>
                                            <p:fltVal val="0"/>
                                          </p:val>
                                        </p:tav>
                                        <p:tav tm="100000">
                                          <p:val>
                                            <p:strVal val="#ppt_w"/>
                                          </p:val>
                                        </p:tav>
                                      </p:tavLst>
                                    </p:anim>
                                    <p:anim calcmode="lin" valueType="num">
                                      <p:cBhvr>
                                        <p:cTn id="30" dur="500" fill="hold"/>
                                        <p:tgtEl>
                                          <p:spTgt spid="16"/>
                                        </p:tgtEl>
                                        <p:attrNameLst>
                                          <p:attrName>ppt_h</p:attrName>
                                        </p:attrNameLst>
                                      </p:cBhvr>
                                      <p:tavLst>
                                        <p:tav tm="0">
                                          <p:val>
                                            <p:fltVal val="0"/>
                                          </p:val>
                                        </p:tav>
                                        <p:tav tm="100000">
                                          <p:val>
                                            <p:strVal val="#ppt_h"/>
                                          </p:val>
                                        </p:tav>
                                      </p:tavLst>
                                    </p:anim>
                                  </p:childTnLst>
                                </p:cTn>
                              </p:par>
                            </p:childTnLst>
                          </p:cTn>
                        </p:par>
                        <p:par>
                          <p:cTn id="31" fill="hold">
                            <p:stCondLst>
                              <p:cond delay="1500"/>
                            </p:stCondLst>
                            <p:childTnLst>
                              <p:par>
                                <p:cTn id="32" presetID="23" presetClass="entr" presetSubtype="16" fill="hold" nodeType="after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5" grpId="0"/>
      <p:bldP spid="16" grpId="0"/>
      <p:bldP spid="1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F06931F-C46A-AFFE-D8DE-B3A9735935E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 Box 6">
            <a:extLst>
              <a:ext uri="{FF2B5EF4-FFF2-40B4-BE49-F238E27FC236}">
                <a16:creationId xmlns:a16="http://schemas.microsoft.com/office/drawing/2014/main" id="{BE33D820-4A20-C4B1-1870-8095078604BF}"/>
              </a:ext>
            </a:extLst>
          </p:cNvPr>
          <p:cNvSpPr txBox="1">
            <a:spLocks noChangeArrowheads="1"/>
          </p:cNvSpPr>
          <p:nvPr/>
        </p:nvSpPr>
        <p:spPr bwMode="auto">
          <a:xfrm>
            <a:off x="549294" y="1288926"/>
            <a:ext cx="7162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eaLnBrk="1" hangingPunct="1">
              <a:spcBef>
                <a:spcPct val="50000"/>
              </a:spcBef>
              <a:buFont typeface="Wingdings" panose="05000000000000000000" pitchFamily="2" charset="2"/>
              <a:buChar char="q"/>
            </a:pPr>
            <a:r>
              <a:rPr lang="en-US" altLang="en-US" sz="2000" dirty="0">
                <a:solidFill>
                  <a:srgbClr val="0000FF"/>
                </a:solidFill>
                <a:latin typeface="+mn-lt"/>
              </a:rPr>
              <a:t>The collector characteristic curves illustrate the relationship of the three transistor currents. </a:t>
            </a:r>
          </a:p>
        </p:txBody>
      </p:sp>
      <p:sp>
        <p:nvSpPr>
          <p:cNvPr id="4" name="Text Box 12">
            <a:extLst>
              <a:ext uri="{FF2B5EF4-FFF2-40B4-BE49-F238E27FC236}">
                <a16:creationId xmlns:a16="http://schemas.microsoft.com/office/drawing/2014/main" id="{B4895DE8-87DF-D9F8-4D2C-96527B00FF7E}"/>
              </a:ext>
            </a:extLst>
          </p:cNvPr>
          <p:cNvSpPr txBox="1">
            <a:spLocks noChangeArrowheads="1"/>
          </p:cNvSpPr>
          <p:nvPr/>
        </p:nvSpPr>
        <p:spPr bwMode="auto">
          <a:xfrm>
            <a:off x="549294" y="2255950"/>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eaLnBrk="1" hangingPunct="1">
              <a:spcBef>
                <a:spcPct val="50000"/>
              </a:spcBef>
              <a:buFont typeface="Wingdings" panose="05000000000000000000" pitchFamily="2" charset="2"/>
              <a:buChar char="q"/>
            </a:pPr>
            <a:r>
              <a:rPr lang="en-US" altLang="en-US" sz="2000" dirty="0">
                <a:solidFill>
                  <a:srgbClr val="0000FF"/>
                </a:solidFill>
                <a:latin typeface="+mn-lt"/>
              </a:rPr>
              <a:t>By setting up other values of base current, a family of collector curves is developed. </a:t>
            </a:r>
          </a:p>
        </p:txBody>
      </p:sp>
      <p:sp>
        <p:nvSpPr>
          <p:cNvPr id="5" name="Text Box 13">
            <a:extLst>
              <a:ext uri="{FF2B5EF4-FFF2-40B4-BE49-F238E27FC236}">
                <a16:creationId xmlns:a16="http://schemas.microsoft.com/office/drawing/2014/main" id="{BA1E9E84-B69B-4D9F-E90B-81B23FF21F85}"/>
              </a:ext>
            </a:extLst>
          </p:cNvPr>
          <p:cNvSpPr txBox="1">
            <a:spLocks noChangeArrowheads="1"/>
          </p:cNvSpPr>
          <p:nvPr/>
        </p:nvSpPr>
        <p:spPr bwMode="auto">
          <a:xfrm>
            <a:off x="549294" y="3222974"/>
            <a:ext cx="32766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eaLnBrk="1" hangingPunct="1">
              <a:spcBef>
                <a:spcPct val="50000"/>
              </a:spcBef>
              <a:buFontTx/>
              <a:buNone/>
            </a:pPr>
            <a:r>
              <a:rPr lang="en-US" altLang="en-US" sz="2000" b="1" dirty="0" err="1">
                <a:solidFill>
                  <a:srgbClr val="0000FF"/>
                </a:solidFill>
                <a:latin typeface="Symbol" panose="05050102010706020507" pitchFamily="18" charset="2"/>
              </a:rPr>
              <a:t>b</a:t>
            </a:r>
            <a:r>
              <a:rPr lang="en-US" altLang="en-US" sz="2000" b="1" baseline="-25000" dirty="0" err="1">
                <a:solidFill>
                  <a:srgbClr val="0000FF"/>
                </a:solidFill>
                <a:latin typeface="Times New Roman" panose="02020603050405020304" pitchFamily="18" charset="0"/>
              </a:rPr>
              <a:t>DC</a:t>
            </a:r>
            <a:r>
              <a:rPr lang="en-US" altLang="en-US" sz="2000" dirty="0">
                <a:solidFill>
                  <a:srgbClr val="0000FF"/>
                </a:solidFill>
                <a:latin typeface="Times New Roman" panose="02020603050405020304" pitchFamily="18" charset="0"/>
              </a:rPr>
              <a:t> </a:t>
            </a:r>
            <a:r>
              <a:rPr lang="en-US" altLang="en-US" sz="2000" b="1" dirty="0">
                <a:solidFill>
                  <a:srgbClr val="0000FF"/>
                </a:solidFill>
                <a:latin typeface="+mn-lt"/>
              </a:rPr>
              <a:t>is the ratio of collector current to base current</a:t>
            </a:r>
            <a:r>
              <a:rPr lang="en-US" altLang="en-US" sz="2000" dirty="0">
                <a:solidFill>
                  <a:srgbClr val="0000FF"/>
                </a:solidFill>
                <a:latin typeface="Times New Roman" panose="02020603050405020304" pitchFamily="18" charset="0"/>
              </a:rPr>
              <a:t>. </a:t>
            </a:r>
          </a:p>
          <a:p>
            <a:pPr eaLnBrk="1" hangingPunct="1">
              <a:spcBef>
                <a:spcPct val="50000"/>
              </a:spcBef>
              <a:buFontTx/>
              <a:buNone/>
            </a:pPr>
            <a:endParaRPr lang="en-US" altLang="en-US" sz="2000" dirty="0">
              <a:solidFill>
                <a:srgbClr val="0000FF"/>
              </a:solidFill>
              <a:latin typeface="Times New Roman" panose="02020603050405020304" pitchFamily="18" charset="0"/>
            </a:endParaRPr>
          </a:p>
        </p:txBody>
      </p:sp>
      <p:graphicFrame>
        <p:nvGraphicFramePr>
          <p:cNvPr id="6" name="Object 19">
            <a:extLst>
              <a:ext uri="{FF2B5EF4-FFF2-40B4-BE49-F238E27FC236}">
                <a16:creationId xmlns:a16="http://schemas.microsoft.com/office/drawing/2014/main" id="{F9B7BF0B-39F0-B4F5-89CF-7658549B2AA4}"/>
              </a:ext>
            </a:extLst>
          </p:cNvPr>
          <p:cNvGraphicFramePr>
            <a:graphicFrameLocks noChangeAspect="1"/>
          </p:cNvGraphicFramePr>
          <p:nvPr/>
        </p:nvGraphicFramePr>
        <p:xfrm>
          <a:off x="3333769" y="3429000"/>
          <a:ext cx="984250" cy="712787"/>
        </p:xfrm>
        <a:graphic>
          <a:graphicData uri="http://schemas.openxmlformats.org/presentationml/2006/ole">
            <mc:AlternateContent xmlns:mc="http://schemas.openxmlformats.org/markup-compatibility/2006">
              <mc:Choice xmlns:v="urn:schemas-microsoft-com:vml" Requires="v">
                <p:oleObj name="Equation" r:id="Rc5c57c66b4d64aa9" imgW="596900" imgH="431800" progId="Equation.DSMT4">
                  <p:embed/>
                </p:oleObj>
              </mc:Choice>
              <mc:Fallback>
                <p:oleObj name="Equation" r:id="Rcb0bcb96908a483c" imgW="596900" imgH="431800" progId="Equation.DSMT4">
                  <p:embed/>
                  <p:pic>
                    <p:nvPicPr>
                      <p:cNvPr id="6" name="Object 19">
                        <a:extLst>
                          <a:ext uri="{FF2B5EF4-FFF2-40B4-BE49-F238E27FC236}">
                            <a16:creationId xmlns:a16="http://schemas.microsoft.com/office/drawing/2014/main" id="{F9B7BF0B-39F0-B4F5-89CF-7658549B2AA4}"/>
                          </a:ext>
                        </a:extLst>
                      </p:cNvPr>
                      <p:cNvPicPr>
                        <a:picLocks noChangeAspect="1" noChangeArrowheads="1"/>
                      </p:cNvPicPr>
                      <p:nvPr/>
                    </p:nvPicPr>
                    <p:blipFill>
                      <a:blip r:embed="R3a571e63af7a49d1">
                        <a:extLst>
                          <a:ext uri="{28A0092B-C50C-407E-A947-70E740481C1C}">
                            <a14:useLocalDpi xmlns:a14="http://schemas.microsoft.com/office/drawing/2010/main" val="0"/>
                          </a:ext>
                        </a:extLst>
                      </a:blip>
                      <a:srcRect/>
                      <a:stretch>
                        <a:fillRect/>
                      </a:stretch>
                    </p:blipFill>
                    <p:spPr bwMode="auto">
                      <a:xfrm>
                        <a:off x="3333769" y="3429000"/>
                        <a:ext cx="984250" cy="712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17">
            <a:extLst>
              <a:ext uri="{FF2B5EF4-FFF2-40B4-BE49-F238E27FC236}">
                <a16:creationId xmlns:a16="http://schemas.microsoft.com/office/drawing/2014/main" id="{6D685A16-47AD-67D9-DFD1-E989B72B17F4}"/>
              </a:ext>
            </a:extLst>
          </p:cNvPr>
          <p:cNvSpPr txBox="1">
            <a:spLocks noChangeArrowheads="1"/>
          </p:cNvSpPr>
          <p:nvPr/>
        </p:nvSpPr>
        <p:spPr bwMode="auto">
          <a:xfrm>
            <a:off x="549294" y="4505200"/>
            <a:ext cx="35052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eaLnBrk="1" hangingPunct="1">
              <a:spcBef>
                <a:spcPct val="50000"/>
              </a:spcBef>
              <a:buFontTx/>
              <a:buNone/>
            </a:pPr>
            <a:r>
              <a:rPr lang="en-US" altLang="en-US" sz="2000" dirty="0">
                <a:solidFill>
                  <a:srgbClr val="0000FF"/>
                </a:solidFill>
                <a:latin typeface="+mn-lt"/>
              </a:rPr>
              <a:t>It can be read from the curves. The value of</a:t>
            </a:r>
            <a:r>
              <a:rPr lang="en-US" altLang="en-US" sz="2000" dirty="0">
                <a:solidFill>
                  <a:srgbClr val="0000FF"/>
                </a:solidFill>
                <a:latin typeface="Times New Roman" panose="02020603050405020304" pitchFamily="18" charset="0"/>
              </a:rPr>
              <a:t> </a:t>
            </a:r>
            <a:r>
              <a:rPr lang="en-US" altLang="en-US" sz="2000" dirty="0" err="1">
                <a:solidFill>
                  <a:srgbClr val="0000FF"/>
                </a:solidFill>
                <a:latin typeface="Symbol" panose="05050102010706020507" pitchFamily="18" charset="2"/>
              </a:rPr>
              <a:t>b</a:t>
            </a:r>
            <a:r>
              <a:rPr lang="en-US" altLang="en-US" sz="2000" baseline="-25000" dirty="0" err="1">
                <a:solidFill>
                  <a:srgbClr val="0000FF"/>
                </a:solidFill>
                <a:latin typeface="Times New Roman" panose="02020603050405020304" pitchFamily="18" charset="0"/>
              </a:rPr>
              <a:t>DC</a:t>
            </a:r>
            <a:r>
              <a:rPr lang="en-US" altLang="en-US" sz="2000" dirty="0">
                <a:solidFill>
                  <a:srgbClr val="0000FF"/>
                </a:solidFill>
                <a:latin typeface="Times New Roman" panose="02020603050405020304" pitchFamily="18" charset="0"/>
              </a:rPr>
              <a:t> </a:t>
            </a:r>
            <a:r>
              <a:rPr lang="en-US" altLang="en-US" sz="2000" dirty="0">
                <a:solidFill>
                  <a:srgbClr val="0000FF"/>
                </a:solidFill>
                <a:latin typeface="+mn-lt"/>
              </a:rPr>
              <a:t>is nearly the same wherever it is read.</a:t>
            </a:r>
          </a:p>
          <a:p>
            <a:pPr eaLnBrk="1" hangingPunct="1">
              <a:spcBef>
                <a:spcPct val="50000"/>
              </a:spcBef>
              <a:buFontTx/>
              <a:buNone/>
            </a:pPr>
            <a:endParaRPr lang="en-US" altLang="en-US" sz="2000" dirty="0">
              <a:solidFill>
                <a:srgbClr val="0000FF"/>
              </a:solidFill>
              <a:latin typeface="Times New Roman" panose="02020603050405020304" pitchFamily="18" charset="0"/>
            </a:endParaRPr>
          </a:p>
        </p:txBody>
      </p:sp>
      <p:graphicFrame>
        <p:nvGraphicFramePr>
          <p:cNvPr id="8" name="Object 10">
            <a:extLst>
              <a:ext uri="{FF2B5EF4-FFF2-40B4-BE49-F238E27FC236}">
                <a16:creationId xmlns:a16="http://schemas.microsoft.com/office/drawing/2014/main" id="{8943902D-7AE1-5AF8-759E-A0C21D9324B6}"/>
              </a:ext>
            </a:extLst>
          </p:cNvPr>
          <p:cNvGraphicFramePr>
            <a:graphicFrameLocks noChangeAspect="1"/>
          </p:cNvGraphicFramePr>
          <p:nvPr/>
        </p:nvGraphicFramePr>
        <p:xfrm>
          <a:off x="4318019" y="2963975"/>
          <a:ext cx="4648200" cy="3154363"/>
        </p:xfrm>
        <a:graphic>
          <a:graphicData uri="http://schemas.openxmlformats.org/presentationml/2006/ole">
            <mc:AlternateContent xmlns:mc="http://schemas.openxmlformats.org/markup-compatibility/2006">
              <mc:Choice xmlns:v="urn:schemas-microsoft-com:vml" Requires="v">
                <p:oleObj name="CorelDRAW" r:id="Rcf2a26047a5d42b2" imgW="3267126" imgH="2869509" progId="CorelDRAW.Graphic.13">
                  <p:embed/>
                </p:oleObj>
              </mc:Choice>
              <mc:Fallback>
                <p:oleObj name="CorelDRAW" r:id="R69eb0f5333c14144" imgW="3267126" imgH="2869509" progId="CorelDRAW.Graphic.13">
                  <p:embed/>
                  <p:pic>
                    <p:nvPicPr>
                      <p:cNvPr id="8" name="Object 10">
                        <a:extLst>
                          <a:ext uri="{FF2B5EF4-FFF2-40B4-BE49-F238E27FC236}">
                            <a16:creationId xmlns:a16="http://schemas.microsoft.com/office/drawing/2014/main" id="{8943902D-7AE1-5AF8-759E-A0C21D9324B6}"/>
                          </a:ext>
                        </a:extLst>
                      </p:cNvPr>
                      <p:cNvPicPr>
                        <a:picLocks noChangeAspect="1" noChangeArrowheads="1"/>
                      </p:cNvPicPr>
                      <p:nvPr/>
                    </p:nvPicPr>
                    <p:blipFill>
                      <a:blip r:embed="Rb8cdfbec2e614d24">
                        <a:extLst>
                          <a:ext uri="{28A0092B-C50C-407E-A947-70E740481C1C}">
                            <a14:useLocalDpi xmlns:a14="http://schemas.microsoft.com/office/drawing/2010/main" val="0"/>
                          </a:ext>
                        </a:extLst>
                      </a:blip>
                      <a:srcRect/>
                      <a:stretch>
                        <a:fillRect/>
                      </a:stretch>
                    </p:blipFill>
                    <p:spPr bwMode="auto">
                      <a:xfrm>
                        <a:off x="4318019" y="2963975"/>
                        <a:ext cx="4648200"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358883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9" presetClass="entr" presetSubtype="0"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1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0-#ppt_w/2"/>
                                          </p:val>
                                        </p:tav>
                                        <p:tav tm="100000">
                                          <p:val>
                                            <p:strVal val="#ppt_x"/>
                                          </p:val>
                                        </p:tav>
                                      </p:tavLst>
                                    </p:anim>
                                    <p:anim calcmode="lin" valueType="num">
                                      <p:cBhvr additive="base">
                                        <p:cTn id="1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53EDB-8184-8CB0-B2BF-537A4094265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6B7D632-D82F-517C-CF7C-745337FBD04F}"/>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3061B10-7926-EBA0-1BEA-14B73A7DD401}"/>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38CD58EF-89D5-F9F1-C9F9-C635E5AD3AD9}"/>
              </a:ext>
            </a:extLst>
          </p:cNvPr>
          <p:cNvSpPr>
            <a:spLocks noChangeArrowheads="1"/>
          </p:cNvSpPr>
          <p:nvPr>
            <p:custDataLst>
              <p:tags r:id="R06cdb256bb404735"/>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Biased and Unbiased BJT</a:t>
            </a:r>
          </a:p>
        </p:txBody>
      </p:sp>
      <p:sp>
        <p:nvSpPr>
          <p:cNvPr id="18" name="TextBox 17">
            <a:extLst>
              <a:ext uri="{FF2B5EF4-FFF2-40B4-BE49-F238E27FC236}">
                <a16:creationId xmlns:a16="http://schemas.microsoft.com/office/drawing/2014/main" id="{65A91F81-8356-4BF8-7FA6-5800329C60F5}"/>
              </a:ext>
            </a:extLst>
          </p:cNvPr>
          <p:cNvSpPr txBox="1"/>
          <p:nvPr/>
        </p:nvSpPr>
        <p:spPr>
          <a:xfrm>
            <a:off x="539308" y="2767280"/>
            <a:ext cx="7063568" cy="1015663"/>
          </a:xfrm>
          <a:prstGeom prst="rect">
            <a:avLst/>
          </a:prstGeom>
          <a:noFill/>
        </p:spPr>
        <p:txBody>
          <a:bodyPr wrap="square">
            <a:spAutoFit/>
          </a:bodyPr>
          <a:lstStyle/>
          <a:p>
            <a:pPr algn="just"/>
            <a:r>
              <a:rPr lang="en-US" sz="2000" i="0" dirty="0">
                <a:solidFill>
                  <a:srgbClr val="002060"/>
                </a:solidFill>
                <a:effectLst/>
                <a:cs typeface="Times New Roman" panose="02020603050405020304" pitchFamily="18" charset="0"/>
              </a:rPr>
              <a:t>Transistor Biasing is the process of setting a transistors DC operating voltage or current conditions to the correct level so that any AC input signal can be amplified correctly by the transistor.</a:t>
            </a:r>
            <a:endParaRPr lang="en-IN" sz="2000" dirty="0">
              <a:solidFill>
                <a:srgbClr val="002060"/>
              </a:solidFill>
              <a:cs typeface="Times New Roman" panose="02020603050405020304" pitchFamily="18" charset="0"/>
            </a:endParaRPr>
          </a:p>
        </p:txBody>
      </p:sp>
      <p:sp>
        <p:nvSpPr>
          <p:cNvPr id="20" name="TextBox 19">
            <a:extLst>
              <a:ext uri="{FF2B5EF4-FFF2-40B4-BE49-F238E27FC236}">
                <a16:creationId xmlns:a16="http://schemas.microsoft.com/office/drawing/2014/main" id="{09AAB79C-D15C-7793-A321-7715DA71B33B}"/>
              </a:ext>
            </a:extLst>
          </p:cNvPr>
          <p:cNvSpPr txBox="1"/>
          <p:nvPr/>
        </p:nvSpPr>
        <p:spPr>
          <a:xfrm>
            <a:off x="539308" y="4510985"/>
            <a:ext cx="7063568" cy="1323439"/>
          </a:xfrm>
          <a:prstGeom prst="rect">
            <a:avLst/>
          </a:prstGeom>
          <a:noFill/>
        </p:spPr>
        <p:txBody>
          <a:bodyPr wrap="square">
            <a:spAutoFit/>
          </a:bodyPr>
          <a:lstStyle/>
          <a:p>
            <a:pPr algn="just"/>
            <a:r>
              <a:rPr lang="en-US" sz="2000" i="0" dirty="0">
                <a:solidFill>
                  <a:srgbClr val="002060"/>
                </a:solidFill>
                <a:effectLst/>
                <a:cs typeface="Times New Roman" panose="02020603050405020304" pitchFamily="18" charset="0"/>
              </a:rPr>
              <a:t>An "unbiased BJT" refers to a bipolar junction transistor (BJT) with its base, emitter, and collector terminals left open or unconnected, meaning no external voltage or current is applied to the transistor's terminals. </a:t>
            </a:r>
            <a:endParaRPr lang="en-IN" sz="2000" dirty="0">
              <a:solidFill>
                <a:srgbClr val="002060"/>
              </a:solidFill>
              <a:cs typeface="Times New Roman" panose="02020603050405020304" pitchFamily="18" charset="0"/>
            </a:endParaRPr>
          </a:p>
        </p:txBody>
      </p:sp>
    </p:spTree>
    <p:extLst>
      <p:ext uri="{BB962C8B-B14F-4D97-AF65-F5344CB8AC3E}">
        <p14:creationId xmlns:p14="http://schemas.microsoft.com/office/powerpoint/2010/main" val="9413924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ECED1-A8DB-4639-7186-10C14029927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D6280F8-A698-A753-6C17-A57CD561E822}"/>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141ED22C-D3FC-3462-2E52-A1F6A7C0F71F}"/>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3FB0DCE2-846E-9D42-211F-A2903D1FFFE2}"/>
              </a:ext>
            </a:extLst>
          </p:cNvPr>
          <p:cNvSpPr>
            <a:spLocks noChangeArrowheads="1"/>
          </p:cNvSpPr>
          <p:nvPr>
            <p:custDataLst>
              <p:tags r:id="Re77164adf3574042"/>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US" altLang="en-US" sz="2400" b="1" dirty="0">
                <a:solidFill>
                  <a:prstClr val="white"/>
                </a:solidFill>
                <a:latin typeface="+mj-lt"/>
                <a:cs typeface="+mn-cs"/>
              </a:rPr>
              <a:t>Fixed Base Biasing a Transistor</a:t>
            </a:r>
            <a:endParaRPr lang="en-IN" altLang="en-US" sz="2400" b="1" dirty="0">
              <a:solidFill>
                <a:prstClr val="white"/>
              </a:solidFill>
              <a:latin typeface="+mj-lt"/>
              <a:cs typeface="+mn-cs"/>
            </a:endParaRPr>
          </a:p>
        </p:txBody>
      </p:sp>
      <p:pic>
        <p:nvPicPr>
          <p:cNvPr id="5" name="Picture 4">
            <a:extLst>
              <a:ext uri="{FF2B5EF4-FFF2-40B4-BE49-F238E27FC236}">
                <a16:creationId xmlns:a16="http://schemas.microsoft.com/office/drawing/2014/main" id="{906A1274-6A90-F596-70D1-ABCC26520900}"/>
              </a:ext>
            </a:extLst>
          </p:cNvPr>
          <p:cNvPicPr>
            <a:picLocks noChangeAspect="1"/>
          </p:cNvPicPr>
          <p:nvPr/>
        </p:nvPicPr>
        <p:blipFill>
          <a:blip r:embed="R41ba70c5c9a84299"/>
          <a:stretch>
            <a:fillRect/>
          </a:stretch>
        </p:blipFill>
        <p:spPr>
          <a:xfrm>
            <a:off x="2167847" y="2619910"/>
            <a:ext cx="5445304" cy="3214514"/>
          </a:xfrm>
          <a:prstGeom prst="rect">
            <a:avLst/>
          </a:prstGeom>
        </p:spPr>
      </p:pic>
    </p:spTree>
    <p:extLst>
      <p:ext uri="{BB962C8B-B14F-4D97-AF65-F5344CB8AC3E}">
        <p14:creationId xmlns:p14="http://schemas.microsoft.com/office/powerpoint/2010/main" val="369280381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5A391-BBA2-9B34-4FD7-146BEEAE170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0FBAFE7-5E7C-5F50-F537-D100024A7675}"/>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187A8BCC-1F87-9F13-11D2-08FC12CAC39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5CCC52F5-8D4A-41A3-50CD-3D415556688F}"/>
              </a:ext>
            </a:extLst>
          </p:cNvPr>
          <p:cNvSpPr>
            <a:spLocks noChangeArrowheads="1"/>
          </p:cNvSpPr>
          <p:nvPr>
            <p:custDataLst>
              <p:tags r:id="R2dd1ef1efb9b4c0f"/>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Emitter Feedback Bias</a:t>
            </a:r>
          </a:p>
        </p:txBody>
      </p:sp>
      <p:pic>
        <p:nvPicPr>
          <p:cNvPr id="6" name="Picture 5">
            <a:extLst>
              <a:ext uri="{FF2B5EF4-FFF2-40B4-BE49-F238E27FC236}">
                <a16:creationId xmlns:a16="http://schemas.microsoft.com/office/drawing/2014/main" id="{C804A92F-424A-6377-87AB-3B03CAC9BE7C}"/>
              </a:ext>
            </a:extLst>
          </p:cNvPr>
          <p:cNvPicPr>
            <a:picLocks noChangeAspect="1"/>
          </p:cNvPicPr>
          <p:nvPr/>
        </p:nvPicPr>
        <p:blipFill>
          <a:blip r:embed="R1f872c49885e4939"/>
          <a:stretch>
            <a:fillRect/>
          </a:stretch>
        </p:blipFill>
        <p:spPr>
          <a:xfrm>
            <a:off x="1941816" y="2506895"/>
            <a:ext cx="5722705" cy="3534310"/>
          </a:xfrm>
          <a:prstGeom prst="rect">
            <a:avLst/>
          </a:prstGeom>
        </p:spPr>
      </p:pic>
    </p:spTree>
    <p:extLst>
      <p:ext uri="{BB962C8B-B14F-4D97-AF65-F5344CB8AC3E}">
        <p14:creationId xmlns:p14="http://schemas.microsoft.com/office/powerpoint/2010/main" val="10061407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F4AEC-EF80-5705-11D1-44720450318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2820BFE-4C2E-D6E6-603A-6A10DF77384E}"/>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B80114B-47EB-A9F1-6F11-FB8F17CEB1F9}"/>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BBEECAF4-1DBA-A8FF-5DBB-5CFA87F1E7A2}"/>
              </a:ext>
            </a:extLst>
          </p:cNvPr>
          <p:cNvSpPr>
            <a:spLocks noChangeArrowheads="1"/>
          </p:cNvSpPr>
          <p:nvPr>
            <p:custDataLst>
              <p:tags r:id="Rc902a52cde464787"/>
            </p:custDataLst>
          </p:nvPr>
        </p:nvSpPr>
        <p:spPr bwMode="auto">
          <a:xfrm>
            <a:off x="354577" y="1201274"/>
            <a:ext cx="8434846" cy="915202"/>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Transistor Configuration</a:t>
            </a:r>
          </a:p>
        </p:txBody>
      </p:sp>
      <p:sp>
        <p:nvSpPr>
          <p:cNvPr id="3" name="Rectangle 1">
            <a:extLst>
              <a:ext uri="{FF2B5EF4-FFF2-40B4-BE49-F238E27FC236}">
                <a16:creationId xmlns:a16="http://schemas.microsoft.com/office/drawing/2014/main" id="{FFB7E803-D29F-A1FB-2F59-2F5CD7374B1C}"/>
              </a:ext>
            </a:extLst>
          </p:cNvPr>
          <p:cNvSpPr>
            <a:spLocks noChangeArrowheads="1"/>
          </p:cNvSpPr>
          <p:nvPr/>
        </p:nvSpPr>
        <p:spPr bwMode="auto">
          <a:xfrm>
            <a:off x="446942" y="2196102"/>
            <a:ext cx="8686800" cy="2523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0000FF"/>
                </a:solidFill>
                <a:latin typeface="Times New Roman" panose="02020603050405020304" pitchFamily="18" charset="0"/>
              </a:defRPr>
            </a:lvl1pPr>
            <a:lvl2pPr marL="742950" indent="-285750">
              <a:defRPr sz="2400">
                <a:solidFill>
                  <a:srgbClr val="0000FF"/>
                </a:solidFill>
                <a:latin typeface="Times New Roman" panose="02020603050405020304" pitchFamily="18" charset="0"/>
              </a:defRPr>
            </a:lvl2pPr>
            <a:lvl3pPr marL="1143000" indent="-228600">
              <a:defRPr sz="2400">
                <a:solidFill>
                  <a:srgbClr val="0000FF"/>
                </a:solidFill>
                <a:latin typeface="Times New Roman" panose="02020603050405020304" pitchFamily="18" charset="0"/>
              </a:defRPr>
            </a:lvl3pPr>
            <a:lvl4pPr marL="1600200" indent="-228600">
              <a:defRPr sz="2400">
                <a:solidFill>
                  <a:srgbClr val="0000FF"/>
                </a:solidFill>
                <a:latin typeface="Times New Roman" panose="02020603050405020304" pitchFamily="18" charset="0"/>
              </a:defRPr>
            </a:lvl4pPr>
            <a:lvl5pPr marL="2057400" indent="-228600">
              <a:defRPr sz="2400">
                <a:solidFill>
                  <a:srgbClr val="0000FF"/>
                </a:solidFill>
                <a:latin typeface="Times New Roman" panose="02020603050405020304" pitchFamily="18" charset="0"/>
              </a:defRPr>
            </a:lvl5pPr>
            <a:lvl6pPr marL="2514600" indent="-228600" eaLnBrk="0" fontAlgn="base" hangingPunct="0">
              <a:spcBef>
                <a:spcPct val="0"/>
              </a:spcBef>
              <a:spcAft>
                <a:spcPct val="0"/>
              </a:spcAft>
              <a:defRPr sz="2400">
                <a:solidFill>
                  <a:srgbClr val="0000FF"/>
                </a:solidFill>
                <a:latin typeface="Times New Roman" panose="02020603050405020304" pitchFamily="18" charset="0"/>
              </a:defRPr>
            </a:lvl6pPr>
            <a:lvl7pPr marL="2971800" indent="-228600" eaLnBrk="0" fontAlgn="base" hangingPunct="0">
              <a:spcBef>
                <a:spcPct val="0"/>
              </a:spcBef>
              <a:spcAft>
                <a:spcPct val="0"/>
              </a:spcAft>
              <a:defRPr sz="2400">
                <a:solidFill>
                  <a:srgbClr val="0000FF"/>
                </a:solidFill>
                <a:latin typeface="Times New Roman" panose="02020603050405020304" pitchFamily="18" charset="0"/>
              </a:defRPr>
            </a:lvl7pPr>
            <a:lvl8pPr marL="3429000" indent="-228600" eaLnBrk="0" fontAlgn="base" hangingPunct="0">
              <a:spcBef>
                <a:spcPct val="0"/>
              </a:spcBef>
              <a:spcAft>
                <a:spcPct val="0"/>
              </a:spcAft>
              <a:defRPr sz="2400">
                <a:solidFill>
                  <a:srgbClr val="0000FF"/>
                </a:solidFill>
                <a:latin typeface="Times New Roman" panose="02020603050405020304" pitchFamily="18" charset="0"/>
              </a:defRPr>
            </a:lvl8pPr>
            <a:lvl9pPr marL="3886200" indent="-228600" eaLnBrk="0" fontAlgn="base" hangingPunct="0">
              <a:spcBef>
                <a:spcPct val="0"/>
              </a:spcBef>
              <a:spcAft>
                <a:spcPct val="0"/>
              </a:spcAft>
              <a:defRPr sz="2400">
                <a:solidFill>
                  <a:srgbClr val="0000FF"/>
                </a:solidFill>
                <a:latin typeface="Times New Roman" panose="02020603050405020304" pitchFamily="18" charset="0"/>
              </a:defRPr>
            </a:lvl9pPr>
          </a:lstStyle>
          <a:p>
            <a:endParaRPr lang="en-US" altLang="en-US" b="1" dirty="0">
              <a:solidFill>
                <a:schemeClr val="tx1"/>
              </a:solidFill>
            </a:endParaRPr>
          </a:p>
          <a:p>
            <a:endParaRPr lang="en-IN" altLang="en-US" b="1" dirty="0">
              <a:solidFill>
                <a:schemeClr val="tx1"/>
              </a:solidFill>
            </a:endParaRPr>
          </a:p>
          <a:p>
            <a:pPr marL="342900" indent="-342900">
              <a:buFont typeface="Arial" panose="020B0604020202020204" pitchFamily="34" charset="0"/>
              <a:buChar char="•"/>
            </a:pPr>
            <a:r>
              <a:rPr lang="en-IN" altLang="en-US" sz="2200" b="1" dirty="0">
                <a:solidFill>
                  <a:schemeClr val="accent1"/>
                </a:solidFill>
                <a:latin typeface="+mn-lt"/>
              </a:rPr>
              <a:t>Common Emitter Configuration</a:t>
            </a:r>
          </a:p>
          <a:p>
            <a:endParaRPr lang="en-IN" altLang="en-US" sz="2200" b="1" dirty="0">
              <a:solidFill>
                <a:schemeClr val="tx1"/>
              </a:solidFill>
              <a:latin typeface="+mn-lt"/>
            </a:endParaRPr>
          </a:p>
          <a:p>
            <a:pPr marL="342900" indent="-342900">
              <a:buFont typeface="Arial" panose="020B0604020202020204" pitchFamily="34" charset="0"/>
              <a:buChar char="•"/>
            </a:pPr>
            <a:r>
              <a:rPr lang="en-IN" altLang="en-US" sz="2200" b="1" dirty="0">
                <a:solidFill>
                  <a:schemeClr val="accent1"/>
                </a:solidFill>
                <a:latin typeface="+mn-lt"/>
              </a:rPr>
              <a:t>Common Base Configuration</a:t>
            </a:r>
          </a:p>
          <a:p>
            <a:endParaRPr lang="en-IN" altLang="en-US" sz="2200" b="1" dirty="0">
              <a:solidFill>
                <a:schemeClr val="tx1"/>
              </a:solidFill>
              <a:latin typeface="+mn-lt"/>
            </a:endParaRPr>
          </a:p>
          <a:p>
            <a:pPr marL="342900" indent="-342900">
              <a:buFont typeface="Arial" panose="020B0604020202020204" pitchFamily="34" charset="0"/>
              <a:buChar char="•"/>
            </a:pPr>
            <a:r>
              <a:rPr lang="en-IN" altLang="en-US" sz="2200" b="1" dirty="0">
                <a:solidFill>
                  <a:schemeClr val="accent1"/>
                </a:solidFill>
                <a:latin typeface="+mn-lt"/>
              </a:rPr>
              <a:t>Common Collector Configuration</a:t>
            </a:r>
          </a:p>
        </p:txBody>
      </p:sp>
    </p:spTree>
    <p:extLst>
      <p:ext uri="{BB962C8B-B14F-4D97-AF65-F5344CB8AC3E}">
        <p14:creationId xmlns:p14="http://schemas.microsoft.com/office/powerpoint/2010/main" val="13002279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E7C94-C6D1-9F84-1A83-F1ED5BE09A2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92CCBC5-9083-2A85-6DAF-0C13A987A80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71E7B7DD-6F10-F233-88A4-86A2AA9786BF}"/>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6850A835-3EAC-F1A7-186E-FAF56F6242B8}"/>
              </a:ext>
            </a:extLst>
          </p:cNvPr>
          <p:cNvSpPr>
            <a:spLocks noChangeArrowheads="1"/>
          </p:cNvSpPr>
          <p:nvPr>
            <p:custDataLst>
              <p:tags r:id="R32c2335f27a44308"/>
            </p:custDataLst>
          </p:nvPr>
        </p:nvSpPr>
        <p:spPr bwMode="auto">
          <a:xfrm>
            <a:off x="354577" y="1201274"/>
            <a:ext cx="5912659" cy="1048765"/>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Common Emitter Configuration</a:t>
            </a:r>
          </a:p>
          <a:p>
            <a:pPr lvl="0">
              <a:spcBef>
                <a:spcPct val="0"/>
              </a:spcBef>
              <a:buNone/>
            </a:pPr>
            <a:r>
              <a:rPr lang="en-IN" altLang="en-US" sz="2800" b="1" dirty="0">
                <a:solidFill>
                  <a:prstClr val="white"/>
                </a:solidFill>
                <a:latin typeface="Times New Roman" panose="02020603050405020304" pitchFamily="18" charset="0"/>
                <a:cs typeface="+mn-cs"/>
              </a:rPr>
              <a:t> </a:t>
            </a:r>
          </a:p>
        </p:txBody>
      </p:sp>
      <p:sp>
        <p:nvSpPr>
          <p:cNvPr id="5" name="Rectangle 2">
            <a:extLst>
              <a:ext uri="{FF2B5EF4-FFF2-40B4-BE49-F238E27FC236}">
                <a16:creationId xmlns:a16="http://schemas.microsoft.com/office/drawing/2014/main" id="{90B12BCC-4ACD-3A4D-6E38-9297040C9083}"/>
              </a:ext>
            </a:extLst>
          </p:cNvPr>
          <p:cNvSpPr>
            <a:spLocks noChangeArrowheads="1"/>
          </p:cNvSpPr>
          <p:nvPr/>
        </p:nvSpPr>
        <p:spPr bwMode="auto">
          <a:xfrm>
            <a:off x="446942" y="2348204"/>
            <a:ext cx="8458200" cy="11079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0000FF"/>
                </a:solidFill>
                <a:latin typeface="Times New Roman" panose="02020603050405020304" pitchFamily="18" charset="0"/>
              </a:defRPr>
            </a:lvl1pPr>
            <a:lvl2pPr marL="742950" indent="-285750">
              <a:defRPr sz="2400">
                <a:solidFill>
                  <a:srgbClr val="0000FF"/>
                </a:solidFill>
                <a:latin typeface="Times New Roman" panose="02020603050405020304" pitchFamily="18" charset="0"/>
              </a:defRPr>
            </a:lvl2pPr>
            <a:lvl3pPr marL="1143000" indent="-228600">
              <a:defRPr sz="2400">
                <a:solidFill>
                  <a:srgbClr val="0000FF"/>
                </a:solidFill>
                <a:latin typeface="Times New Roman" panose="02020603050405020304" pitchFamily="18" charset="0"/>
              </a:defRPr>
            </a:lvl3pPr>
            <a:lvl4pPr marL="1600200" indent="-228600">
              <a:defRPr sz="2400">
                <a:solidFill>
                  <a:srgbClr val="0000FF"/>
                </a:solidFill>
                <a:latin typeface="Times New Roman" panose="02020603050405020304" pitchFamily="18" charset="0"/>
              </a:defRPr>
            </a:lvl4pPr>
            <a:lvl5pPr marL="2057400" indent="-228600">
              <a:defRPr sz="2400">
                <a:solidFill>
                  <a:srgbClr val="0000FF"/>
                </a:solidFill>
                <a:latin typeface="Times New Roman" panose="02020603050405020304" pitchFamily="18" charset="0"/>
              </a:defRPr>
            </a:lvl5pPr>
            <a:lvl6pPr marL="2514600" indent="-228600" eaLnBrk="0" fontAlgn="base" hangingPunct="0">
              <a:spcBef>
                <a:spcPct val="0"/>
              </a:spcBef>
              <a:spcAft>
                <a:spcPct val="0"/>
              </a:spcAft>
              <a:defRPr sz="2400">
                <a:solidFill>
                  <a:srgbClr val="0000FF"/>
                </a:solidFill>
                <a:latin typeface="Times New Roman" panose="02020603050405020304" pitchFamily="18" charset="0"/>
              </a:defRPr>
            </a:lvl6pPr>
            <a:lvl7pPr marL="2971800" indent="-228600" eaLnBrk="0" fontAlgn="base" hangingPunct="0">
              <a:spcBef>
                <a:spcPct val="0"/>
              </a:spcBef>
              <a:spcAft>
                <a:spcPct val="0"/>
              </a:spcAft>
              <a:defRPr sz="2400">
                <a:solidFill>
                  <a:srgbClr val="0000FF"/>
                </a:solidFill>
                <a:latin typeface="Times New Roman" panose="02020603050405020304" pitchFamily="18" charset="0"/>
              </a:defRPr>
            </a:lvl7pPr>
            <a:lvl8pPr marL="3429000" indent="-228600" eaLnBrk="0" fontAlgn="base" hangingPunct="0">
              <a:spcBef>
                <a:spcPct val="0"/>
              </a:spcBef>
              <a:spcAft>
                <a:spcPct val="0"/>
              </a:spcAft>
              <a:defRPr sz="2400">
                <a:solidFill>
                  <a:srgbClr val="0000FF"/>
                </a:solidFill>
                <a:latin typeface="Times New Roman" panose="02020603050405020304" pitchFamily="18" charset="0"/>
              </a:defRPr>
            </a:lvl8pPr>
            <a:lvl9pPr marL="3886200" indent="-228600" eaLnBrk="0" fontAlgn="base" hangingPunct="0">
              <a:spcBef>
                <a:spcPct val="0"/>
              </a:spcBef>
              <a:spcAft>
                <a:spcPct val="0"/>
              </a:spcAft>
              <a:defRPr sz="2400">
                <a:solidFill>
                  <a:srgbClr val="0000FF"/>
                </a:solidFill>
                <a:latin typeface="Times New Roman" panose="02020603050405020304" pitchFamily="18" charset="0"/>
              </a:defRPr>
            </a:lvl9pPr>
          </a:lstStyle>
          <a:p>
            <a:pPr algn="just" eaLnBrk="1" hangingPunct="1"/>
            <a:r>
              <a:rPr lang="en-IN" altLang="en-US" sz="2200" i="1" dirty="0">
                <a:latin typeface="Times-Italic"/>
              </a:rPr>
              <a:t>collector characteristic curves </a:t>
            </a:r>
            <a:r>
              <a:rPr lang="en-IN" altLang="en-US" sz="2200" dirty="0">
                <a:latin typeface="+mn-lt"/>
              </a:rPr>
              <a:t>can be generated that show how the collector current, </a:t>
            </a:r>
            <a:r>
              <a:rPr lang="en-IN" altLang="en-US" sz="2200" i="1" dirty="0">
                <a:latin typeface="+mn-lt"/>
              </a:rPr>
              <a:t>I</a:t>
            </a:r>
            <a:r>
              <a:rPr lang="en-IN" altLang="en-US" sz="2200" dirty="0">
                <a:latin typeface="+mn-lt"/>
              </a:rPr>
              <a:t>C, varies with the collector-to-emitter voltage, </a:t>
            </a:r>
            <a:r>
              <a:rPr lang="en-IN" altLang="en-US" sz="2200" i="1" dirty="0">
                <a:latin typeface="+mn-lt"/>
              </a:rPr>
              <a:t>V</a:t>
            </a:r>
            <a:r>
              <a:rPr lang="en-IN" altLang="en-US" sz="2200" dirty="0">
                <a:latin typeface="+mn-lt"/>
              </a:rPr>
              <a:t>CE, for specified values of base current, </a:t>
            </a:r>
            <a:r>
              <a:rPr lang="en-IN" altLang="en-US" sz="2200" i="1" dirty="0">
                <a:latin typeface="+mn-lt"/>
              </a:rPr>
              <a:t>I</a:t>
            </a:r>
            <a:r>
              <a:rPr lang="en-IN" altLang="en-US" sz="2200" dirty="0">
                <a:latin typeface="+mn-lt"/>
              </a:rPr>
              <a:t>B.</a:t>
            </a:r>
          </a:p>
        </p:txBody>
      </p:sp>
      <p:pic>
        <p:nvPicPr>
          <p:cNvPr id="6" name="Picture 5">
            <a:extLst>
              <a:ext uri="{FF2B5EF4-FFF2-40B4-BE49-F238E27FC236}">
                <a16:creationId xmlns:a16="http://schemas.microsoft.com/office/drawing/2014/main" id="{9EFB214B-676B-1155-A8E3-87A7F59FBD26}"/>
              </a:ext>
            </a:extLst>
          </p:cNvPr>
          <p:cNvPicPr>
            <a:picLocks noChangeAspect="1"/>
          </p:cNvPicPr>
          <p:nvPr/>
        </p:nvPicPr>
        <p:blipFill>
          <a:blip r:embed="R4360f6ec45e94f67"/>
          <a:stretch>
            <a:fillRect/>
          </a:stretch>
        </p:blipFill>
        <p:spPr>
          <a:xfrm>
            <a:off x="539308" y="3811712"/>
            <a:ext cx="2751784" cy="2167848"/>
          </a:xfrm>
          <a:prstGeom prst="rect">
            <a:avLst/>
          </a:prstGeom>
        </p:spPr>
      </p:pic>
      <p:pic>
        <p:nvPicPr>
          <p:cNvPr id="7" name="Picture 3">
            <a:extLst>
              <a:ext uri="{FF2B5EF4-FFF2-40B4-BE49-F238E27FC236}">
                <a16:creationId xmlns:a16="http://schemas.microsoft.com/office/drawing/2014/main" id="{074EC9ED-0A62-FEBC-578F-F536A3027FE3}"/>
              </a:ext>
            </a:extLst>
          </p:cNvPr>
          <p:cNvPicPr>
            <a:picLocks noChangeAspect="1"/>
          </p:cNvPicPr>
          <p:nvPr/>
        </p:nvPicPr>
        <p:blipFill>
          <a:blip r:embed="R50683b06afba4972">
            <a:extLst>
              <a:ext uri="{28A0092B-C50C-407E-A947-70E740481C1C}">
                <a14:useLocalDpi xmlns:a14="http://schemas.microsoft.com/office/drawing/2010/main" val="0"/>
              </a:ext>
            </a:extLst>
          </a:blip>
          <a:srcRect/>
          <a:stretch>
            <a:fillRect/>
          </a:stretch>
        </p:blipFill>
        <p:spPr bwMode="auto">
          <a:xfrm>
            <a:off x="3046287" y="3835291"/>
            <a:ext cx="3051425" cy="2167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
            <a:extLst>
              <a:ext uri="{FF2B5EF4-FFF2-40B4-BE49-F238E27FC236}">
                <a16:creationId xmlns:a16="http://schemas.microsoft.com/office/drawing/2014/main" id="{4390F3EB-9901-16B0-3703-999C3324CE5B}"/>
              </a:ext>
            </a:extLst>
          </p:cNvPr>
          <p:cNvPicPr>
            <a:picLocks noChangeAspect="1"/>
          </p:cNvPicPr>
          <p:nvPr/>
        </p:nvPicPr>
        <p:blipFill>
          <a:blip r:embed="R241dae26f4cc42fc">
            <a:extLst>
              <a:ext uri="{28A0092B-C50C-407E-A947-70E740481C1C}">
                <a14:useLocalDpi xmlns:a14="http://schemas.microsoft.com/office/drawing/2010/main" val="0"/>
              </a:ext>
            </a:extLst>
          </a:blip>
          <a:srcRect/>
          <a:stretch>
            <a:fillRect/>
          </a:stretch>
        </p:blipFill>
        <p:spPr bwMode="auto">
          <a:xfrm>
            <a:off x="6267236" y="4006920"/>
            <a:ext cx="2751784" cy="1955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67723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0D7CB-63F0-886E-6B5C-3D1B1869DBA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20B84A1-E876-8DA4-214C-4C6AA93D5E17}"/>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87077B9-FAE7-0C4D-7515-E92FF44BDF00}"/>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BFF47F0D-518C-E479-C2C0-FE4CA87C5453}"/>
              </a:ext>
            </a:extLst>
          </p:cNvPr>
          <p:cNvSpPr>
            <a:spLocks noChangeArrowheads="1"/>
          </p:cNvSpPr>
          <p:nvPr>
            <p:custDataLst>
              <p:tags r:id="Rf59eb70b506a4d60"/>
            </p:custDataLst>
          </p:nvPr>
        </p:nvSpPr>
        <p:spPr bwMode="auto">
          <a:xfrm>
            <a:off x="354577" y="1201277"/>
            <a:ext cx="5912659" cy="730261"/>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Common Emitter Configuration</a:t>
            </a:r>
          </a:p>
          <a:p>
            <a:pPr lvl="0">
              <a:spcBef>
                <a:spcPct val="0"/>
              </a:spcBef>
              <a:buNone/>
            </a:pPr>
            <a:r>
              <a:rPr lang="en-IN" altLang="en-US" sz="2800" b="1" dirty="0">
                <a:solidFill>
                  <a:prstClr val="white"/>
                </a:solidFill>
                <a:latin typeface="Times New Roman" panose="02020603050405020304" pitchFamily="18" charset="0"/>
                <a:cs typeface="+mn-cs"/>
              </a:rPr>
              <a:t> </a:t>
            </a:r>
          </a:p>
        </p:txBody>
      </p:sp>
      <p:pic>
        <p:nvPicPr>
          <p:cNvPr id="3" name="Picture 1">
            <a:extLst>
              <a:ext uri="{FF2B5EF4-FFF2-40B4-BE49-F238E27FC236}">
                <a16:creationId xmlns:a16="http://schemas.microsoft.com/office/drawing/2014/main" id="{2A8B801A-29C7-B5ED-FC95-4614E6B3C4A5}"/>
              </a:ext>
            </a:extLst>
          </p:cNvPr>
          <p:cNvPicPr>
            <a:picLocks noChangeAspect="1"/>
          </p:cNvPicPr>
          <p:nvPr/>
        </p:nvPicPr>
        <p:blipFill rotWithShape="1">
          <a:blip r:embed="Rd4f4308e4ecc43e8">
            <a:extLst>
              <a:ext uri="{28A0092B-C50C-407E-A947-70E740481C1C}">
                <a14:useLocalDpi xmlns:a14="http://schemas.microsoft.com/office/drawing/2010/main" val="0"/>
              </a:ext>
            </a:extLst>
          </a:blip>
          <a:srcRect l="3080" t="23632" b="61808"/>
          <a:stretch/>
        </p:blipFill>
        <p:spPr bwMode="auto">
          <a:xfrm>
            <a:off x="354577" y="2109238"/>
            <a:ext cx="6709026" cy="44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E3CDB587-0398-1F9C-C368-15ED7ED04E25}"/>
              </a:ext>
            </a:extLst>
          </p:cNvPr>
          <p:cNvSpPr txBox="1"/>
          <p:nvPr/>
        </p:nvSpPr>
        <p:spPr>
          <a:xfrm>
            <a:off x="539308" y="3003129"/>
            <a:ext cx="7261163" cy="2862322"/>
          </a:xfrm>
          <a:prstGeom prst="rect">
            <a:avLst/>
          </a:prstGeom>
          <a:noFill/>
        </p:spPr>
        <p:txBody>
          <a:bodyPr wrap="square" rtlCol="0">
            <a:spAutoFit/>
          </a:bodyPr>
          <a:lstStyle/>
          <a:p>
            <a:r>
              <a:rPr lang="en-US" dirty="0"/>
              <a:t>Output Characteristic: Three operating regions.</a:t>
            </a:r>
          </a:p>
          <a:p>
            <a:pPr marL="342900" indent="-342900" algn="just">
              <a:buAutoNum type="arabicParenBoth"/>
            </a:pPr>
            <a:r>
              <a:rPr lang="en-US" dirty="0"/>
              <a:t>Active region: As, I</a:t>
            </a:r>
            <a:r>
              <a:rPr lang="en-US" baseline="-25000" dirty="0"/>
              <a:t>B</a:t>
            </a:r>
            <a:r>
              <a:rPr lang="en-US" dirty="0"/>
              <a:t>           I</a:t>
            </a:r>
            <a:r>
              <a:rPr lang="en-US" baseline="-25000" dirty="0"/>
              <a:t>C</a:t>
            </a:r>
            <a:r>
              <a:rPr lang="en-US" dirty="0"/>
              <a:t>    , also as V</a:t>
            </a:r>
            <a:r>
              <a:rPr lang="en-US" baseline="-25000" dirty="0"/>
              <a:t>CE</a:t>
            </a:r>
            <a:r>
              <a:rPr lang="en-US" dirty="0"/>
              <a:t>   , I</a:t>
            </a:r>
            <a:r>
              <a:rPr lang="en-US" baseline="-25000" dirty="0"/>
              <a:t>C</a:t>
            </a:r>
            <a:r>
              <a:rPr lang="en-US" dirty="0"/>
              <a:t>    means I</a:t>
            </a:r>
            <a:r>
              <a:rPr lang="en-US" baseline="-25000" dirty="0"/>
              <a:t>C</a:t>
            </a:r>
            <a:r>
              <a:rPr lang="en-US" dirty="0"/>
              <a:t> curves are not constant.  As V</a:t>
            </a:r>
            <a:r>
              <a:rPr lang="en-US" baseline="-25000" dirty="0"/>
              <a:t>CE</a:t>
            </a:r>
            <a:r>
              <a:rPr lang="en-US" dirty="0"/>
              <a:t>   =   V</a:t>
            </a:r>
            <a:r>
              <a:rPr lang="en-US" baseline="-25000" dirty="0"/>
              <a:t>CB</a:t>
            </a:r>
            <a:r>
              <a:rPr lang="en-US" dirty="0"/>
              <a:t>   +  V</a:t>
            </a:r>
            <a:r>
              <a:rPr lang="en-US" baseline="-25000" dirty="0"/>
              <a:t>BE</a:t>
            </a:r>
            <a:r>
              <a:rPr lang="en-US" dirty="0"/>
              <a:t>, Reverse bias across C and B increase, so effective base width    , so recombination rate in the base will    , so most of the electrons get collected at the collector terminal, so I</a:t>
            </a:r>
            <a:r>
              <a:rPr lang="en-US" baseline="-25000" dirty="0"/>
              <a:t>C      .</a:t>
            </a:r>
            <a:r>
              <a:rPr lang="en-US" dirty="0"/>
              <a:t> BJT is used as amplifier in active region.</a:t>
            </a:r>
          </a:p>
          <a:p>
            <a:pPr marL="342900" indent="-342900" algn="just">
              <a:buAutoNum type="arabicParenBoth"/>
            </a:pPr>
            <a:r>
              <a:rPr lang="en-US" dirty="0"/>
              <a:t> Saturation region: C-B and B-E both junctions are forward biased.</a:t>
            </a:r>
          </a:p>
          <a:p>
            <a:pPr marL="342900" indent="-342900" algn="just">
              <a:buAutoNum type="arabicParenBoth"/>
            </a:pPr>
            <a:r>
              <a:rPr lang="en-US" dirty="0"/>
              <a:t>Cut off region: IB = 0, but IC is not zero and it is relative large as the reverse saturation current or leakage current is more.</a:t>
            </a:r>
          </a:p>
          <a:p>
            <a:endParaRPr lang="en-IN" dirty="0"/>
          </a:p>
        </p:txBody>
      </p:sp>
    </p:spTree>
    <p:extLst>
      <p:ext uri="{BB962C8B-B14F-4D97-AF65-F5344CB8AC3E}">
        <p14:creationId xmlns:p14="http://schemas.microsoft.com/office/powerpoint/2010/main" val="45694892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73DB0-8E7D-6E26-E93F-1648C281D31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921E2CE-7A8C-FA4F-BDE4-9B433C8D52A1}"/>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C8B3692A-2472-A724-FE57-159CF940B17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7188E49C-F4D3-2694-4848-DB00DB4DA157}"/>
              </a:ext>
            </a:extLst>
          </p:cNvPr>
          <p:cNvSpPr>
            <a:spLocks noChangeArrowheads="1"/>
          </p:cNvSpPr>
          <p:nvPr>
            <p:custDataLst>
              <p:tags r:id="Rc9b7a303771242b4"/>
            </p:custDataLst>
          </p:nvPr>
        </p:nvSpPr>
        <p:spPr bwMode="auto">
          <a:xfrm>
            <a:off x="354577" y="1201277"/>
            <a:ext cx="5912659" cy="730261"/>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Common Emitter Configuration</a:t>
            </a:r>
          </a:p>
          <a:p>
            <a:pPr lvl="0">
              <a:spcBef>
                <a:spcPct val="0"/>
              </a:spcBef>
              <a:buNone/>
            </a:pPr>
            <a:r>
              <a:rPr lang="en-IN" altLang="en-US" sz="2800" b="1" dirty="0">
                <a:solidFill>
                  <a:prstClr val="white"/>
                </a:solidFill>
                <a:latin typeface="Times New Roman" panose="02020603050405020304" pitchFamily="18" charset="0"/>
                <a:cs typeface="+mn-cs"/>
              </a:rPr>
              <a:t> </a:t>
            </a:r>
          </a:p>
        </p:txBody>
      </p:sp>
      <p:pic>
        <p:nvPicPr>
          <p:cNvPr id="5" name="Picture 1">
            <a:extLst>
              <a:ext uri="{FF2B5EF4-FFF2-40B4-BE49-F238E27FC236}">
                <a16:creationId xmlns:a16="http://schemas.microsoft.com/office/drawing/2014/main" id="{B0366203-F600-B0FF-9F81-02F738A4A38B}"/>
              </a:ext>
            </a:extLst>
          </p:cNvPr>
          <p:cNvPicPr>
            <a:picLocks noChangeAspect="1"/>
          </p:cNvPicPr>
          <p:nvPr/>
        </p:nvPicPr>
        <p:blipFill rotWithShape="1">
          <a:blip r:embed="R136da82768c04c7c">
            <a:extLst>
              <a:ext uri="{28A0092B-C50C-407E-A947-70E740481C1C}">
                <a14:useLocalDpi xmlns:a14="http://schemas.microsoft.com/office/drawing/2010/main" val="0"/>
              </a:ext>
            </a:extLst>
          </a:blip>
          <a:srcRect b="80163"/>
          <a:stretch/>
        </p:blipFill>
        <p:spPr bwMode="auto">
          <a:xfrm>
            <a:off x="200741" y="1931538"/>
            <a:ext cx="6354171" cy="704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0B9BBC00-A1FE-8B00-C3B8-7A494F6BE600}"/>
              </a:ext>
            </a:extLst>
          </p:cNvPr>
          <p:cNvSpPr txBox="1"/>
          <p:nvPr/>
        </p:nvSpPr>
        <p:spPr>
          <a:xfrm>
            <a:off x="539308" y="2739566"/>
            <a:ext cx="6015604" cy="1477328"/>
          </a:xfrm>
          <a:prstGeom prst="rect">
            <a:avLst/>
          </a:prstGeom>
          <a:noFill/>
        </p:spPr>
        <p:txBody>
          <a:bodyPr wrap="square" rtlCol="0">
            <a:spAutoFit/>
          </a:bodyPr>
          <a:lstStyle/>
          <a:p>
            <a:pPr algn="just"/>
            <a:r>
              <a:rPr lang="en-US" dirty="0"/>
              <a:t>V</a:t>
            </a:r>
            <a:r>
              <a:rPr lang="en-US" baseline="-25000" dirty="0"/>
              <a:t>CE</a:t>
            </a:r>
            <a:r>
              <a:rPr lang="en-US" dirty="0"/>
              <a:t>   =   V</a:t>
            </a:r>
            <a:r>
              <a:rPr lang="en-US" baseline="-25000" dirty="0"/>
              <a:t>CB</a:t>
            </a:r>
            <a:r>
              <a:rPr lang="en-US" dirty="0"/>
              <a:t>   +  V</a:t>
            </a:r>
            <a:r>
              <a:rPr lang="en-US" baseline="-25000" dirty="0"/>
              <a:t>BE</a:t>
            </a:r>
            <a:r>
              <a:rPr lang="en-US" dirty="0"/>
              <a:t>, Reverse bias across C and B increase, so effective base width   , so recombination rate in the base will    , so most of the electrons get collected at the collector terminal and so I</a:t>
            </a:r>
            <a:r>
              <a:rPr lang="en-US" baseline="-25000" dirty="0"/>
              <a:t>B</a:t>
            </a:r>
          </a:p>
          <a:p>
            <a:pPr algn="just"/>
            <a:endParaRPr lang="en-IN" dirty="0"/>
          </a:p>
        </p:txBody>
      </p:sp>
      <p:pic>
        <p:nvPicPr>
          <p:cNvPr id="7" name="Picture 1">
            <a:extLst>
              <a:ext uri="{FF2B5EF4-FFF2-40B4-BE49-F238E27FC236}">
                <a16:creationId xmlns:a16="http://schemas.microsoft.com/office/drawing/2014/main" id="{E8E87192-EE70-34FA-1B44-C22B3B7B962F}"/>
              </a:ext>
            </a:extLst>
          </p:cNvPr>
          <p:cNvPicPr>
            <a:picLocks noChangeAspect="1"/>
          </p:cNvPicPr>
          <p:nvPr/>
        </p:nvPicPr>
        <p:blipFill rotWithShape="1">
          <a:blip r:embed="R136da82768c04c7c">
            <a:extLst>
              <a:ext uri="{28A0092B-C50C-407E-A947-70E740481C1C}">
                <a14:useLocalDpi xmlns:a14="http://schemas.microsoft.com/office/drawing/2010/main" val="0"/>
              </a:ext>
            </a:extLst>
          </a:blip>
          <a:srcRect t="43513"/>
          <a:stretch/>
        </p:blipFill>
        <p:spPr bwMode="auto">
          <a:xfrm>
            <a:off x="329401" y="3924731"/>
            <a:ext cx="8275291" cy="2291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230114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62C04-6D17-4323-88E4-0FCCA3096F0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1DC048B-7C8C-9B80-A965-8866159FBEC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EEAF4CF1-E886-FC4D-ED6D-326E4BFC2069}"/>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503B93F8-55A6-A2FA-E9B8-C226A538DD00}"/>
              </a:ext>
            </a:extLst>
          </p:cNvPr>
          <p:cNvSpPr>
            <a:spLocks noChangeArrowheads="1"/>
          </p:cNvSpPr>
          <p:nvPr>
            <p:custDataLst>
              <p:tags r:id="R6a23be6dcbae44f8"/>
            </p:custDataLst>
          </p:nvPr>
        </p:nvSpPr>
        <p:spPr bwMode="auto">
          <a:xfrm>
            <a:off x="354577" y="1201277"/>
            <a:ext cx="5912659" cy="730261"/>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Common Base Configuration</a:t>
            </a:r>
          </a:p>
          <a:p>
            <a:pPr lvl="0">
              <a:spcBef>
                <a:spcPct val="0"/>
              </a:spcBef>
              <a:buNone/>
            </a:pPr>
            <a:r>
              <a:rPr lang="en-IN" altLang="en-US" sz="2800" b="1" dirty="0">
                <a:solidFill>
                  <a:prstClr val="white"/>
                </a:solidFill>
                <a:latin typeface="Times New Roman" panose="02020603050405020304" pitchFamily="18" charset="0"/>
                <a:cs typeface="+mn-cs"/>
              </a:rPr>
              <a:t> </a:t>
            </a:r>
          </a:p>
        </p:txBody>
      </p:sp>
      <p:pic>
        <p:nvPicPr>
          <p:cNvPr id="3" name="Picture 2">
            <a:extLst>
              <a:ext uri="{FF2B5EF4-FFF2-40B4-BE49-F238E27FC236}">
                <a16:creationId xmlns:a16="http://schemas.microsoft.com/office/drawing/2014/main" id="{182A970D-521B-654C-E9D1-531E37C0370B}"/>
              </a:ext>
            </a:extLst>
          </p:cNvPr>
          <p:cNvPicPr>
            <a:picLocks noChangeAspect="1"/>
          </p:cNvPicPr>
          <p:nvPr/>
        </p:nvPicPr>
        <p:blipFill>
          <a:blip r:embed="Rd1b269c9477647a4"/>
          <a:stretch>
            <a:fillRect/>
          </a:stretch>
        </p:blipFill>
        <p:spPr>
          <a:xfrm>
            <a:off x="354577" y="2109238"/>
            <a:ext cx="3430833" cy="1676400"/>
          </a:xfrm>
          <a:prstGeom prst="rect">
            <a:avLst/>
          </a:prstGeom>
        </p:spPr>
      </p:pic>
      <p:pic>
        <p:nvPicPr>
          <p:cNvPr id="8" name="Picture 7">
            <a:extLst>
              <a:ext uri="{FF2B5EF4-FFF2-40B4-BE49-F238E27FC236}">
                <a16:creationId xmlns:a16="http://schemas.microsoft.com/office/drawing/2014/main" id="{3466E13E-78CF-9661-1384-F5B5F3832CD8}"/>
              </a:ext>
            </a:extLst>
          </p:cNvPr>
          <p:cNvPicPr>
            <a:picLocks noChangeAspect="1"/>
          </p:cNvPicPr>
          <p:nvPr/>
        </p:nvPicPr>
        <p:blipFill>
          <a:blip r:embed="Re18b79c1822a4268"/>
          <a:stretch>
            <a:fillRect/>
          </a:stretch>
        </p:blipFill>
        <p:spPr>
          <a:xfrm>
            <a:off x="4503416" y="1931538"/>
            <a:ext cx="3527640" cy="2163277"/>
          </a:xfrm>
          <a:prstGeom prst="rect">
            <a:avLst/>
          </a:prstGeom>
        </p:spPr>
      </p:pic>
      <p:pic>
        <p:nvPicPr>
          <p:cNvPr id="9" name="Picture 8">
            <a:extLst>
              <a:ext uri="{FF2B5EF4-FFF2-40B4-BE49-F238E27FC236}">
                <a16:creationId xmlns:a16="http://schemas.microsoft.com/office/drawing/2014/main" id="{7FDB004C-03C2-DBB0-35E7-0218B143E53C}"/>
              </a:ext>
            </a:extLst>
          </p:cNvPr>
          <p:cNvPicPr>
            <a:picLocks noChangeAspect="1"/>
          </p:cNvPicPr>
          <p:nvPr/>
        </p:nvPicPr>
        <p:blipFill>
          <a:blip r:embed="R19b9dd31fe4e4e00"/>
          <a:stretch>
            <a:fillRect/>
          </a:stretch>
        </p:blipFill>
        <p:spPr>
          <a:xfrm>
            <a:off x="2502261" y="4094815"/>
            <a:ext cx="3597337" cy="2211323"/>
          </a:xfrm>
          <a:prstGeom prst="rect">
            <a:avLst/>
          </a:prstGeom>
        </p:spPr>
      </p:pic>
    </p:spTree>
    <p:extLst>
      <p:ext uri="{BB962C8B-B14F-4D97-AF65-F5344CB8AC3E}">
        <p14:creationId xmlns:p14="http://schemas.microsoft.com/office/powerpoint/2010/main" val="7200029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E83EB-1C93-F3E6-2180-90ABF729063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3987015-D922-A594-7FB0-4AFF4148487A}"/>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7C133D09-DED5-0578-3EE7-50B7A42D0B1B}"/>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CA757D90-8629-D353-BFC2-650DA4C8585F}"/>
              </a:ext>
            </a:extLst>
          </p:cNvPr>
          <p:cNvSpPr>
            <a:spLocks noChangeArrowheads="1"/>
          </p:cNvSpPr>
          <p:nvPr>
            <p:custDataLst>
              <p:tags r:id="Rfc2df2f6db974340"/>
            </p:custDataLst>
          </p:nvPr>
        </p:nvSpPr>
        <p:spPr bwMode="auto">
          <a:xfrm>
            <a:off x="354577" y="1201277"/>
            <a:ext cx="5912659" cy="730261"/>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Common Base Configuration</a:t>
            </a:r>
          </a:p>
          <a:p>
            <a:pPr lvl="0">
              <a:spcBef>
                <a:spcPct val="0"/>
              </a:spcBef>
              <a:buNone/>
            </a:pPr>
            <a:r>
              <a:rPr lang="en-IN" altLang="en-US" sz="2800" b="1" dirty="0">
                <a:solidFill>
                  <a:prstClr val="white"/>
                </a:solidFill>
                <a:latin typeface="Times New Roman" panose="02020603050405020304" pitchFamily="18" charset="0"/>
                <a:cs typeface="+mn-cs"/>
              </a:rPr>
              <a:t> </a:t>
            </a:r>
          </a:p>
        </p:txBody>
      </p:sp>
      <p:pic>
        <p:nvPicPr>
          <p:cNvPr id="5" name="Picture 4">
            <a:extLst>
              <a:ext uri="{FF2B5EF4-FFF2-40B4-BE49-F238E27FC236}">
                <a16:creationId xmlns:a16="http://schemas.microsoft.com/office/drawing/2014/main" id="{50BFD602-2550-3582-60FD-30C161D352EE}"/>
              </a:ext>
            </a:extLst>
          </p:cNvPr>
          <p:cNvPicPr>
            <a:picLocks noChangeAspect="1"/>
          </p:cNvPicPr>
          <p:nvPr/>
        </p:nvPicPr>
        <p:blipFill>
          <a:blip r:embed="R45def7b89119445a"/>
          <a:stretch>
            <a:fillRect/>
          </a:stretch>
        </p:blipFill>
        <p:spPr>
          <a:xfrm>
            <a:off x="2280861" y="1974758"/>
            <a:ext cx="4325421" cy="3131494"/>
          </a:xfrm>
          <a:prstGeom prst="rect">
            <a:avLst/>
          </a:prstGeom>
        </p:spPr>
      </p:pic>
      <p:sp>
        <p:nvSpPr>
          <p:cNvPr id="7" name="Content Placeholder 2">
            <a:extLst>
              <a:ext uri="{FF2B5EF4-FFF2-40B4-BE49-F238E27FC236}">
                <a16:creationId xmlns:a16="http://schemas.microsoft.com/office/drawing/2014/main" id="{2BAF2772-074D-D1FD-BEA6-EE99F31F9723}"/>
              </a:ext>
            </a:extLst>
          </p:cNvPr>
          <p:cNvSpPr txBox="1">
            <a:spLocks/>
          </p:cNvSpPr>
          <p:nvPr/>
        </p:nvSpPr>
        <p:spPr>
          <a:xfrm>
            <a:off x="28432" y="5149472"/>
            <a:ext cx="8809972" cy="129242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en-US" sz="1800" dirty="0"/>
              <a:t>Input characteristics are the relationship between the input current and input voltage with constant output voltage. In common base configuration input current is emitter current I</a:t>
            </a:r>
            <a:r>
              <a:rPr lang="en-US" sz="1800" baseline="-25000" dirty="0"/>
              <a:t>E</a:t>
            </a:r>
            <a:r>
              <a:rPr lang="en-US" sz="1800" dirty="0"/>
              <a:t> and the input voltage is base emitter voltage V</a:t>
            </a:r>
            <a:r>
              <a:rPr lang="en-US" sz="1800" baseline="-25000" dirty="0"/>
              <a:t>BE</a:t>
            </a:r>
            <a:r>
              <a:rPr lang="en-US" sz="1800" dirty="0"/>
              <a:t>. The curve is plotted between I</a:t>
            </a:r>
            <a:r>
              <a:rPr lang="en-US" sz="1800" baseline="-25000" dirty="0"/>
              <a:t>E</a:t>
            </a:r>
            <a:r>
              <a:rPr lang="en-US" sz="1800" dirty="0"/>
              <a:t> and V</a:t>
            </a:r>
            <a:r>
              <a:rPr lang="en-US" sz="1800" baseline="-25000" dirty="0"/>
              <a:t>BE</a:t>
            </a:r>
            <a:r>
              <a:rPr lang="en-US" sz="1800" dirty="0"/>
              <a:t> keeping V</a:t>
            </a:r>
            <a:r>
              <a:rPr lang="en-US" sz="1800" baseline="-25000" dirty="0"/>
              <a:t>CB</a:t>
            </a:r>
            <a:r>
              <a:rPr lang="en-US" sz="1800" dirty="0"/>
              <a:t> as constant.</a:t>
            </a:r>
            <a:endParaRPr lang="en-IN" sz="1800" dirty="0"/>
          </a:p>
        </p:txBody>
      </p:sp>
    </p:spTree>
    <p:extLst>
      <p:ext uri="{BB962C8B-B14F-4D97-AF65-F5344CB8AC3E}">
        <p14:creationId xmlns:p14="http://schemas.microsoft.com/office/powerpoint/2010/main" val="72413760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59C2F-A9DE-87EC-8658-34729B333CE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CF4E1ED-9615-3F3F-C3FE-8848BD29D0FA}"/>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EF37885A-02FE-1718-F00B-2E951DA9EC79}"/>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59A5CE4-CA1F-C161-0A85-13E8F33CDE0B}"/>
              </a:ext>
            </a:extLst>
          </p:cNvPr>
          <p:cNvSpPr>
            <a:spLocks noChangeArrowheads="1"/>
          </p:cNvSpPr>
          <p:nvPr>
            <p:custDataLst>
              <p:tags r:id="R8e09581b5b4e4729"/>
            </p:custDataLst>
          </p:nvPr>
        </p:nvSpPr>
        <p:spPr bwMode="auto">
          <a:xfrm>
            <a:off x="354577" y="1201277"/>
            <a:ext cx="5912659" cy="730261"/>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Times New Roman" panose="02020603050405020304" pitchFamily="18" charset="0"/>
              </a:rPr>
              <a:t>Common Base Configuration</a:t>
            </a:r>
          </a:p>
          <a:p>
            <a:pPr lvl="0">
              <a:spcBef>
                <a:spcPct val="0"/>
              </a:spcBef>
              <a:buNone/>
            </a:pPr>
            <a:r>
              <a:rPr lang="en-IN" altLang="en-US" sz="2800" b="1" dirty="0">
                <a:solidFill>
                  <a:prstClr val="white"/>
                </a:solidFill>
                <a:latin typeface="Times New Roman" panose="02020603050405020304" pitchFamily="18" charset="0"/>
                <a:cs typeface="+mn-cs"/>
              </a:rPr>
              <a:t> </a:t>
            </a:r>
          </a:p>
        </p:txBody>
      </p:sp>
      <p:pic>
        <p:nvPicPr>
          <p:cNvPr id="6" name="Picture 5">
            <a:extLst>
              <a:ext uri="{FF2B5EF4-FFF2-40B4-BE49-F238E27FC236}">
                <a16:creationId xmlns:a16="http://schemas.microsoft.com/office/drawing/2014/main" id="{ADFA58B8-55E1-C726-B960-940493103332}"/>
              </a:ext>
            </a:extLst>
          </p:cNvPr>
          <p:cNvPicPr>
            <a:picLocks noChangeAspect="1"/>
          </p:cNvPicPr>
          <p:nvPr/>
        </p:nvPicPr>
        <p:blipFill>
          <a:blip r:embed="Rb4574bb971094f60"/>
          <a:stretch>
            <a:fillRect/>
          </a:stretch>
        </p:blipFill>
        <p:spPr>
          <a:xfrm>
            <a:off x="1797978" y="2109237"/>
            <a:ext cx="5239820" cy="3038113"/>
          </a:xfrm>
          <a:prstGeom prst="rect">
            <a:avLst/>
          </a:prstGeom>
        </p:spPr>
      </p:pic>
      <p:sp>
        <p:nvSpPr>
          <p:cNvPr id="10" name="Rectangle 9">
            <a:extLst>
              <a:ext uri="{FF2B5EF4-FFF2-40B4-BE49-F238E27FC236}">
                <a16:creationId xmlns:a16="http://schemas.microsoft.com/office/drawing/2014/main" id="{4D6A8E4F-F6A3-3923-F3F1-E2E93C89873A}"/>
              </a:ext>
            </a:extLst>
          </p:cNvPr>
          <p:cNvSpPr/>
          <p:nvPr/>
        </p:nvSpPr>
        <p:spPr>
          <a:xfrm>
            <a:off x="295441" y="5234259"/>
            <a:ext cx="8553117" cy="1200329"/>
          </a:xfrm>
          <a:prstGeom prst="rect">
            <a:avLst/>
          </a:prstGeom>
        </p:spPr>
        <p:txBody>
          <a:bodyPr wrap="square">
            <a:spAutoFit/>
          </a:bodyPr>
          <a:lstStyle/>
          <a:p>
            <a:pPr algn="just"/>
            <a:r>
              <a:rPr lang="en-US" dirty="0"/>
              <a:t>Output characteristics are the relationship between output current I</a:t>
            </a:r>
            <a:r>
              <a:rPr lang="en-US" baseline="-25000" dirty="0"/>
              <a:t>C</a:t>
            </a:r>
            <a:r>
              <a:rPr lang="en-US" dirty="0"/>
              <a:t> and output voltage V</a:t>
            </a:r>
            <a:r>
              <a:rPr lang="en-US" baseline="-25000" dirty="0"/>
              <a:t>CB</a:t>
            </a:r>
            <a:r>
              <a:rPr lang="en-US" dirty="0"/>
              <a:t> keeping input current I</a:t>
            </a:r>
            <a:r>
              <a:rPr lang="en-US" baseline="-25000" dirty="0"/>
              <a:t>E</a:t>
            </a:r>
            <a:r>
              <a:rPr lang="en-US" dirty="0"/>
              <a:t> constant. When the input current I</a:t>
            </a:r>
            <a:r>
              <a:rPr lang="en-US" baseline="-25000" dirty="0"/>
              <a:t>E</a:t>
            </a:r>
            <a:r>
              <a:rPr lang="en-US" dirty="0"/>
              <a:t> is zero it is in cut off region. In saturation region both emitter base junction and collector base junction are forward biased. </a:t>
            </a:r>
            <a:endParaRPr lang="en-IN" dirty="0"/>
          </a:p>
        </p:txBody>
      </p:sp>
    </p:spTree>
    <p:extLst>
      <p:ext uri="{BB962C8B-B14F-4D97-AF65-F5344CB8AC3E}">
        <p14:creationId xmlns:p14="http://schemas.microsoft.com/office/powerpoint/2010/main" val="331034796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CC6F5-CA8D-4215-6098-DCC7BC15C78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2623734-DF21-6E7B-080F-2167DBAFFCC7}"/>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502F3AF0-CB13-A081-B650-71504736FAC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FAA04ED3-CE04-A6E1-2EEE-D8902E372A2C}"/>
              </a:ext>
            </a:extLst>
          </p:cNvPr>
          <p:cNvSpPr>
            <a:spLocks noChangeArrowheads="1"/>
          </p:cNvSpPr>
          <p:nvPr>
            <p:custDataLst>
              <p:tags r:id="Rce36ffcb7aef4372"/>
            </p:custDataLst>
          </p:nvPr>
        </p:nvSpPr>
        <p:spPr bwMode="auto">
          <a:xfrm>
            <a:off x="354577" y="1201274"/>
            <a:ext cx="5912659" cy="1048765"/>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Common Collector Configuration</a:t>
            </a:r>
          </a:p>
          <a:p>
            <a:pPr lvl="0">
              <a:spcBef>
                <a:spcPct val="0"/>
              </a:spcBef>
              <a:buNone/>
            </a:pPr>
            <a:r>
              <a:rPr lang="en-IN" altLang="en-US" sz="2800" b="1" dirty="0">
                <a:solidFill>
                  <a:prstClr val="white"/>
                </a:solidFill>
                <a:latin typeface="Times New Roman" panose="02020603050405020304" pitchFamily="18" charset="0"/>
                <a:cs typeface="+mn-cs"/>
              </a:rPr>
              <a:t> </a:t>
            </a:r>
          </a:p>
        </p:txBody>
      </p:sp>
      <p:pic>
        <p:nvPicPr>
          <p:cNvPr id="3" name="Picture 2">
            <a:extLst>
              <a:ext uri="{FF2B5EF4-FFF2-40B4-BE49-F238E27FC236}">
                <a16:creationId xmlns:a16="http://schemas.microsoft.com/office/drawing/2014/main" id="{B2685587-C79B-71AA-4C39-520EA62D7381}"/>
              </a:ext>
            </a:extLst>
          </p:cNvPr>
          <p:cNvPicPr>
            <a:picLocks noChangeAspect="1"/>
          </p:cNvPicPr>
          <p:nvPr/>
        </p:nvPicPr>
        <p:blipFill>
          <a:blip r:embed="R7f99908dbf294ff8"/>
          <a:stretch>
            <a:fillRect/>
          </a:stretch>
        </p:blipFill>
        <p:spPr>
          <a:xfrm>
            <a:off x="354577" y="2405754"/>
            <a:ext cx="3652344" cy="3250972"/>
          </a:xfrm>
          <a:prstGeom prst="rect">
            <a:avLst/>
          </a:prstGeom>
        </p:spPr>
      </p:pic>
      <p:sp>
        <p:nvSpPr>
          <p:cNvPr id="9" name="Content Placeholder 8">
            <a:extLst>
              <a:ext uri="{FF2B5EF4-FFF2-40B4-BE49-F238E27FC236}">
                <a16:creationId xmlns:a16="http://schemas.microsoft.com/office/drawing/2014/main" id="{3F752A1A-12C7-C11A-140F-96E341521348}"/>
              </a:ext>
            </a:extLst>
          </p:cNvPr>
          <p:cNvSpPr txBox="1">
            <a:spLocks/>
          </p:cNvSpPr>
          <p:nvPr/>
        </p:nvSpPr>
        <p:spPr>
          <a:xfrm>
            <a:off x="4125057" y="2370534"/>
            <a:ext cx="4859677" cy="353710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GB" altLang="en-US" sz="2000" dirty="0"/>
              <a:t>In this configuration the input is applied between the base and the collector and the output is taken from the collector and the emitter. Here the collector is common to both the input and the output circuits as shown in fig.</a:t>
            </a:r>
          </a:p>
          <a:p>
            <a:pPr algn="just"/>
            <a:r>
              <a:rPr lang="en-GB" altLang="en-US" sz="2000" dirty="0"/>
              <a:t>In  common  collector  configuration  the  input  current  is  the  base current I</a:t>
            </a:r>
            <a:r>
              <a:rPr lang="en-GB" altLang="en-US" sz="2000" baseline="-25000" dirty="0"/>
              <a:t>B</a:t>
            </a:r>
            <a:r>
              <a:rPr lang="en-GB" altLang="en-US" sz="2000" dirty="0"/>
              <a:t>  and  the output current is the emitter current I</a:t>
            </a:r>
            <a:r>
              <a:rPr lang="en-GB" altLang="en-US" sz="2000" baseline="-25000" dirty="0"/>
              <a:t>E</a:t>
            </a:r>
            <a:r>
              <a:rPr lang="en-GB" altLang="en-US" sz="2000" dirty="0"/>
              <a:t>. The ratio of change in emitter current to the  change in the base current is called current </a:t>
            </a:r>
            <a:r>
              <a:rPr lang="en-US" altLang="en-US" sz="2000" dirty="0"/>
              <a:t>amplification factor.</a:t>
            </a:r>
          </a:p>
          <a:p>
            <a:pPr algn="just"/>
            <a:endParaRPr lang="en-US" altLang="en-US" dirty="0"/>
          </a:p>
        </p:txBody>
      </p:sp>
      <p:graphicFrame>
        <p:nvGraphicFramePr>
          <p:cNvPr id="10" name="Object 2">
            <a:extLst>
              <a:ext uri="{FF2B5EF4-FFF2-40B4-BE49-F238E27FC236}">
                <a16:creationId xmlns:a16="http://schemas.microsoft.com/office/drawing/2014/main" id="{884D7F53-3751-C112-60EA-CB622918869C}"/>
              </a:ext>
            </a:extLst>
          </p:cNvPr>
          <p:cNvGraphicFramePr>
            <a:graphicFrameLocks noChangeAspect="1"/>
          </p:cNvGraphicFramePr>
          <p:nvPr/>
        </p:nvGraphicFramePr>
        <p:xfrm>
          <a:off x="5892113" y="5846543"/>
          <a:ext cx="1325563" cy="430967"/>
        </p:xfrm>
        <a:graphic>
          <a:graphicData uri="http://schemas.openxmlformats.org/presentationml/2006/ole">
            <mc:AlternateContent xmlns:mc="http://schemas.openxmlformats.org/markup-compatibility/2006">
              <mc:Choice xmlns:v="urn:schemas-microsoft-com:vml" Requires="v">
                <p:oleObj name="Equation" r:id="R1e6ab808587d4768" imgW="558558" imgH="444307" progId="Equation.3">
                  <p:embed/>
                </p:oleObj>
              </mc:Choice>
              <mc:Fallback>
                <p:oleObj name="Equation" r:id="Rb8194b00f19f45f5" imgW="558558" imgH="444307" progId="Equation.3">
                  <p:embed/>
                  <p:pic>
                    <p:nvPicPr>
                      <p:cNvPr id="10" name="Object 2">
                        <a:extLst>
                          <a:ext uri="{FF2B5EF4-FFF2-40B4-BE49-F238E27FC236}">
                            <a16:creationId xmlns:a16="http://schemas.microsoft.com/office/drawing/2014/main" id="{884D7F53-3751-C112-60EA-CB622918869C}"/>
                          </a:ext>
                        </a:extLst>
                      </p:cNvPr>
                      <p:cNvPicPr>
                        <a:picLocks noChangeAspect="1" noChangeArrowheads="1"/>
                      </p:cNvPicPr>
                      <p:nvPr/>
                    </p:nvPicPr>
                    <p:blipFill>
                      <a:blip r:embed="R3b189fcbd91a4632">
                        <a:extLst>
                          <a:ext uri="{28A0092B-C50C-407E-A947-70E740481C1C}">
                            <a14:useLocalDpi xmlns:a14="http://schemas.microsoft.com/office/drawing/2010/main" val="0"/>
                          </a:ext>
                        </a:extLst>
                      </a:blip>
                      <a:srcRect/>
                      <a:stretch>
                        <a:fillRect/>
                      </a:stretch>
                    </p:blipFill>
                    <p:spPr bwMode="auto">
                      <a:xfrm>
                        <a:off x="5892113" y="5846543"/>
                        <a:ext cx="1325563" cy="43096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11627245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4355D-D598-733F-9A19-D3D9D31EECD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21F84A5-F918-E7F7-2495-298B4A7B52D8}"/>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7AB7D280-07EB-D28D-7687-97935B452A59}"/>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4DFA5A33-1137-7819-E3AD-A76ECAD410F2}"/>
              </a:ext>
            </a:extLst>
          </p:cNvPr>
          <p:cNvSpPr>
            <a:spLocks noChangeArrowheads="1"/>
          </p:cNvSpPr>
          <p:nvPr>
            <p:custDataLst>
              <p:tags r:id="R184132aec89a4ee4"/>
            </p:custDataLst>
          </p:nvPr>
        </p:nvSpPr>
        <p:spPr bwMode="auto">
          <a:xfrm>
            <a:off x="354577" y="1201274"/>
            <a:ext cx="5912659" cy="1048765"/>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Common Collector Configuration</a:t>
            </a:r>
          </a:p>
          <a:p>
            <a:pPr lvl="0">
              <a:spcBef>
                <a:spcPct val="0"/>
              </a:spcBef>
              <a:buNone/>
            </a:pPr>
            <a:r>
              <a:rPr lang="en-IN" altLang="en-US" sz="2400" b="1" dirty="0">
                <a:solidFill>
                  <a:prstClr val="white"/>
                </a:solidFill>
                <a:latin typeface="+mj-lt"/>
                <a:cs typeface="+mn-cs"/>
              </a:rPr>
              <a:t> </a:t>
            </a:r>
          </a:p>
        </p:txBody>
      </p:sp>
      <p:sp>
        <p:nvSpPr>
          <p:cNvPr id="5" name="Rectangle 7">
            <a:extLst>
              <a:ext uri="{FF2B5EF4-FFF2-40B4-BE49-F238E27FC236}">
                <a16:creationId xmlns:a16="http://schemas.microsoft.com/office/drawing/2014/main" id="{9525BC70-1327-8940-281E-390D271BCB9C}"/>
              </a:ext>
            </a:extLst>
          </p:cNvPr>
          <p:cNvSpPr>
            <a:spLocks noChangeArrowheads="1"/>
          </p:cNvSpPr>
          <p:nvPr/>
        </p:nvSpPr>
        <p:spPr bwMode="auto">
          <a:xfrm>
            <a:off x="446942" y="2250039"/>
            <a:ext cx="43037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dirty="0">
                <a:latin typeface="+mn-lt"/>
              </a:rPr>
              <a:t>Input characteristic</a:t>
            </a:r>
            <a:endParaRPr lang="en-US" altLang="en-US" sz="2400" dirty="0">
              <a:latin typeface="+mn-lt"/>
            </a:endParaRPr>
          </a:p>
        </p:txBody>
      </p:sp>
      <p:sp>
        <p:nvSpPr>
          <p:cNvPr id="6" name="Content Placeholder 8">
            <a:extLst>
              <a:ext uri="{FF2B5EF4-FFF2-40B4-BE49-F238E27FC236}">
                <a16:creationId xmlns:a16="http://schemas.microsoft.com/office/drawing/2014/main" id="{C22FBDCD-436B-18EA-05CD-7374D8B2A511}"/>
              </a:ext>
            </a:extLst>
          </p:cNvPr>
          <p:cNvSpPr txBox="1">
            <a:spLocks/>
          </p:cNvSpPr>
          <p:nvPr/>
        </p:nvSpPr>
        <p:spPr>
          <a:xfrm>
            <a:off x="87680" y="2891727"/>
            <a:ext cx="5203512" cy="3200848"/>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GB" altLang="en-US" dirty="0"/>
              <a:t>It  is  a  curve  which  shows the  relationship  between the  </a:t>
            </a:r>
            <a:r>
              <a:rPr lang="en-GB" altLang="en-US" dirty="0">
                <a:solidFill>
                  <a:srgbClr val="FF0000"/>
                </a:solidFill>
              </a:rPr>
              <a:t>base current,  I</a:t>
            </a:r>
            <a:r>
              <a:rPr lang="en-GB" altLang="en-US" baseline="-25000" dirty="0">
                <a:solidFill>
                  <a:srgbClr val="FF0000"/>
                </a:solidFill>
              </a:rPr>
              <a:t>B</a:t>
            </a:r>
            <a:r>
              <a:rPr lang="en-GB" altLang="en-US" dirty="0">
                <a:solidFill>
                  <a:srgbClr val="FF0000"/>
                </a:solidFill>
              </a:rPr>
              <a:t> and the collector base voltage V</a:t>
            </a:r>
            <a:r>
              <a:rPr lang="en-GB" altLang="en-US" baseline="-25000" dirty="0">
                <a:solidFill>
                  <a:srgbClr val="FF0000"/>
                </a:solidFill>
              </a:rPr>
              <a:t>CB</a:t>
            </a:r>
            <a:r>
              <a:rPr lang="en-GB" altLang="en-US" dirty="0">
                <a:solidFill>
                  <a:srgbClr val="FF0000"/>
                </a:solidFill>
              </a:rPr>
              <a:t> at constant V</a:t>
            </a:r>
            <a:r>
              <a:rPr lang="en-GB" altLang="en-US" baseline="-25000" dirty="0">
                <a:solidFill>
                  <a:srgbClr val="FF0000"/>
                </a:solidFill>
              </a:rPr>
              <a:t>CE</a:t>
            </a:r>
            <a:r>
              <a:rPr lang="en-GB" altLang="en-US" dirty="0"/>
              <a:t> This method of determining the characteristic is as follows.</a:t>
            </a:r>
          </a:p>
          <a:p>
            <a:r>
              <a:rPr lang="en-GB" altLang="en-US" dirty="0"/>
              <a:t>First, a suitable voltage is applied between the emitter and the collector. Next the input voltage V</a:t>
            </a:r>
            <a:r>
              <a:rPr lang="en-GB" altLang="en-US" baseline="-25000" dirty="0"/>
              <a:t>CB</a:t>
            </a:r>
            <a:r>
              <a:rPr lang="en-GB" altLang="en-US" dirty="0"/>
              <a:t> is increased in a number of steps and corresponding values of I</a:t>
            </a:r>
            <a:r>
              <a:rPr lang="en-GB" altLang="en-US" baseline="-25000" dirty="0"/>
              <a:t>B</a:t>
            </a:r>
            <a:r>
              <a:rPr lang="en-GB" altLang="en-US" dirty="0"/>
              <a:t> are noted.</a:t>
            </a:r>
          </a:p>
          <a:p>
            <a:pPr algn="just"/>
            <a:r>
              <a:rPr lang="en-GB" altLang="en-US" dirty="0"/>
              <a:t>Fig. shows the family of the input characteristic at different collector- emitter voltages.</a:t>
            </a:r>
            <a:endParaRPr lang="en-US" altLang="en-US" dirty="0"/>
          </a:p>
        </p:txBody>
      </p:sp>
      <p:pic>
        <p:nvPicPr>
          <p:cNvPr id="7" name="Picture 6">
            <a:extLst>
              <a:ext uri="{FF2B5EF4-FFF2-40B4-BE49-F238E27FC236}">
                <a16:creationId xmlns:a16="http://schemas.microsoft.com/office/drawing/2014/main" id="{2D5ECCF5-C72A-AA5E-8475-1147B3C397D9}"/>
              </a:ext>
            </a:extLst>
          </p:cNvPr>
          <p:cNvPicPr>
            <a:picLocks noChangeAspect="1"/>
          </p:cNvPicPr>
          <p:nvPr/>
        </p:nvPicPr>
        <p:blipFill>
          <a:blip r:embed="R0448f9dc0e54469a"/>
          <a:stretch>
            <a:fillRect/>
          </a:stretch>
        </p:blipFill>
        <p:spPr>
          <a:xfrm>
            <a:off x="5383557" y="2427736"/>
            <a:ext cx="3418222" cy="3347127"/>
          </a:xfrm>
          <a:prstGeom prst="rect">
            <a:avLst/>
          </a:prstGeom>
        </p:spPr>
      </p:pic>
    </p:spTree>
    <p:extLst>
      <p:ext uri="{BB962C8B-B14F-4D97-AF65-F5344CB8AC3E}">
        <p14:creationId xmlns:p14="http://schemas.microsoft.com/office/powerpoint/2010/main" val="71670328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D6F41-5A11-F00C-15E0-589F54C074E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73A4704-44AD-8D15-B4E3-3DCD2C8332C2}"/>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59A1965A-03CC-F8A5-BC78-B1C683577A9D}"/>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14517E38-3DBA-962B-0FBA-2EFA15190D89}"/>
              </a:ext>
            </a:extLst>
          </p:cNvPr>
          <p:cNvSpPr>
            <a:spLocks noChangeArrowheads="1"/>
          </p:cNvSpPr>
          <p:nvPr>
            <p:custDataLst>
              <p:tags r:id="R49d9cbfa8ab44d16"/>
            </p:custDataLst>
          </p:nvPr>
        </p:nvSpPr>
        <p:spPr bwMode="auto">
          <a:xfrm>
            <a:off x="354577" y="1201274"/>
            <a:ext cx="5912659" cy="1048765"/>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Common Collector Configuration</a:t>
            </a:r>
          </a:p>
          <a:p>
            <a:pPr lvl="0">
              <a:spcBef>
                <a:spcPct val="0"/>
              </a:spcBef>
              <a:buNone/>
            </a:pPr>
            <a:r>
              <a:rPr lang="en-IN" altLang="en-US" sz="2800" b="1" dirty="0">
                <a:solidFill>
                  <a:prstClr val="white"/>
                </a:solidFill>
                <a:latin typeface="Times New Roman" panose="02020603050405020304" pitchFamily="18" charset="0"/>
                <a:cs typeface="+mn-cs"/>
              </a:rPr>
              <a:t> </a:t>
            </a:r>
          </a:p>
        </p:txBody>
      </p:sp>
      <p:sp>
        <p:nvSpPr>
          <p:cNvPr id="5" name="Rectangle 7">
            <a:extLst>
              <a:ext uri="{FF2B5EF4-FFF2-40B4-BE49-F238E27FC236}">
                <a16:creationId xmlns:a16="http://schemas.microsoft.com/office/drawing/2014/main" id="{1569F512-8830-FF0E-CBE5-96DB6C1CF8B3}"/>
              </a:ext>
            </a:extLst>
          </p:cNvPr>
          <p:cNvSpPr>
            <a:spLocks noChangeArrowheads="1"/>
          </p:cNvSpPr>
          <p:nvPr/>
        </p:nvSpPr>
        <p:spPr bwMode="auto">
          <a:xfrm>
            <a:off x="446942" y="2250039"/>
            <a:ext cx="43037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dirty="0"/>
              <a:t>Output characteristic</a:t>
            </a:r>
            <a:endParaRPr lang="en-US" altLang="en-US" sz="2000" dirty="0"/>
          </a:p>
        </p:txBody>
      </p:sp>
      <p:sp>
        <p:nvSpPr>
          <p:cNvPr id="3" name="Content Placeholder 8">
            <a:extLst>
              <a:ext uri="{FF2B5EF4-FFF2-40B4-BE49-F238E27FC236}">
                <a16:creationId xmlns:a16="http://schemas.microsoft.com/office/drawing/2014/main" id="{52F4B292-CBD7-CE60-7072-388C0CED46A1}"/>
              </a:ext>
            </a:extLst>
          </p:cNvPr>
          <p:cNvSpPr txBox="1">
            <a:spLocks/>
          </p:cNvSpPr>
          <p:nvPr/>
        </p:nvSpPr>
        <p:spPr>
          <a:xfrm>
            <a:off x="214314" y="3215810"/>
            <a:ext cx="5189894" cy="2804845"/>
          </a:xfrm>
          <a:prstGeom prst="rect">
            <a:avLst/>
          </a:prstGeom>
        </p:spPr>
        <p:txBody>
          <a:bodyPr>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GB" altLang="en-US" dirty="0"/>
              <a:t>It is a curve which shows the relationship between the emitter current </a:t>
            </a:r>
            <a:r>
              <a:rPr lang="en-GB" altLang="en-US" dirty="0" err="1"/>
              <a:t>l</a:t>
            </a:r>
            <a:r>
              <a:rPr lang="en-GB" altLang="en-US" baseline="-25000" dirty="0" err="1"/>
              <a:t>E</a:t>
            </a:r>
            <a:r>
              <a:rPr lang="en-GB" altLang="en-US" dirty="0"/>
              <a:t> and collector-emitter voltage V</a:t>
            </a:r>
            <a:r>
              <a:rPr lang="en-GB" altLang="en-US" baseline="-25000" dirty="0"/>
              <a:t>CE</a:t>
            </a:r>
            <a:r>
              <a:rPr lang="en-GB" altLang="en-US" dirty="0"/>
              <a:t>, the method of determining the output characteristic is as follows.</a:t>
            </a:r>
          </a:p>
          <a:p>
            <a:pPr algn="just"/>
            <a:r>
              <a:rPr lang="en-GB" altLang="en-US" dirty="0"/>
              <a:t>First,  by  adjusting  the  input  a  suitable  current I</a:t>
            </a:r>
            <a:r>
              <a:rPr lang="en-GB" altLang="en-US" baseline="-25000" dirty="0"/>
              <a:t>B</a:t>
            </a:r>
            <a:r>
              <a:rPr lang="en-GB" altLang="en-US" dirty="0"/>
              <a:t> is maintained.  Next  V</a:t>
            </a:r>
            <a:r>
              <a:rPr lang="en-GB" altLang="en-US" baseline="-25000" dirty="0"/>
              <a:t>CE</a:t>
            </a:r>
            <a:r>
              <a:rPr lang="en-GB" altLang="en-US" dirty="0"/>
              <a:t> increased in a number of steps from zero and corresponding values of I</a:t>
            </a:r>
            <a:r>
              <a:rPr lang="en-GB" altLang="en-US" baseline="-25000" dirty="0"/>
              <a:t>E</a:t>
            </a:r>
            <a:r>
              <a:rPr lang="en-GB" altLang="en-US" dirty="0"/>
              <a:t> are  noted.</a:t>
            </a:r>
          </a:p>
          <a:p>
            <a:pPr algn="just"/>
            <a:r>
              <a:rPr lang="en-GB" altLang="en-US" dirty="0"/>
              <a:t>The above whole procedure is repeated for different values of I</a:t>
            </a:r>
            <a:r>
              <a:rPr lang="en-GB" altLang="en-US" baseline="-25000" dirty="0"/>
              <a:t>B</a:t>
            </a:r>
            <a:r>
              <a:rPr lang="en-GB" altLang="en-US" dirty="0"/>
              <a:t>.</a:t>
            </a:r>
          </a:p>
          <a:p>
            <a:pPr algn="just"/>
            <a:r>
              <a:rPr lang="en-GB" altLang="en-US" dirty="0"/>
              <a:t>Fig. shows the family of output characteristics at different base </a:t>
            </a:r>
            <a:r>
              <a:rPr lang="en-US" altLang="en-US" dirty="0"/>
              <a:t>current values.</a:t>
            </a:r>
          </a:p>
        </p:txBody>
      </p:sp>
      <p:pic>
        <p:nvPicPr>
          <p:cNvPr id="8" name="Picture 7">
            <a:extLst>
              <a:ext uri="{FF2B5EF4-FFF2-40B4-BE49-F238E27FC236}">
                <a16:creationId xmlns:a16="http://schemas.microsoft.com/office/drawing/2014/main" id="{E5B46850-7530-7CD3-F84C-FB2B5239C2A6}"/>
              </a:ext>
            </a:extLst>
          </p:cNvPr>
          <p:cNvPicPr>
            <a:picLocks noChangeAspect="1"/>
          </p:cNvPicPr>
          <p:nvPr/>
        </p:nvPicPr>
        <p:blipFill>
          <a:blip r:embed="R1b61b27ba6094049"/>
          <a:stretch>
            <a:fillRect/>
          </a:stretch>
        </p:blipFill>
        <p:spPr>
          <a:xfrm>
            <a:off x="5496573" y="2897740"/>
            <a:ext cx="3318757" cy="2609208"/>
          </a:xfrm>
          <a:prstGeom prst="rect">
            <a:avLst/>
          </a:prstGeom>
        </p:spPr>
      </p:pic>
      <p:sp>
        <p:nvSpPr>
          <p:cNvPr id="9" name="Rectangle 9">
            <a:extLst>
              <a:ext uri="{FF2B5EF4-FFF2-40B4-BE49-F238E27FC236}">
                <a16:creationId xmlns:a16="http://schemas.microsoft.com/office/drawing/2014/main" id="{ABBEC429-08F3-1B0C-E327-5EA3707B46BF}"/>
              </a:ext>
            </a:extLst>
          </p:cNvPr>
          <p:cNvSpPr>
            <a:spLocks noChangeArrowheads="1"/>
          </p:cNvSpPr>
          <p:nvPr/>
        </p:nvSpPr>
        <p:spPr bwMode="auto">
          <a:xfrm>
            <a:off x="5018926" y="5687548"/>
            <a:ext cx="42740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dirty="0"/>
              <a:t>Output characteristics of CC configuration</a:t>
            </a:r>
            <a:endParaRPr lang="en-US" altLang="en-US" sz="1800" dirty="0"/>
          </a:p>
        </p:txBody>
      </p:sp>
    </p:spTree>
    <p:extLst>
      <p:ext uri="{BB962C8B-B14F-4D97-AF65-F5344CB8AC3E}">
        <p14:creationId xmlns:p14="http://schemas.microsoft.com/office/powerpoint/2010/main" val="232346260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4" y="1955845"/>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03478" y="2256535"/>
            <a:ext cx="7887578" cy="630942"/>
          </a:xfrm>
          <a:prstGeom prst="rect">
            <a:avLst/>
          </a:prstGeom>
        </p:spPr>
        <p:txBody>
          <a:bodyPr wrap="square">
            <a:spAutoFit/>
          </a:bodyPr>
          <a:lstStyle/>
          <a:p>
            <a:pPr algn="ctr"/>
            <a:r>
              <a:rPr lang="en-US" sz="3500" dirty="0">
                <a:solidFill>
                  <a:schemeClr val="bg1"/>
                </a:solidFill>
                <a:latin typeface="+mj-lt"/>
                <a:ea typeface="Calibri" panose="020F0502020204030204" pitchFamily="34" charset="0"/>
                <a:cs typeface="Times New Roman" panose="02020603050405020304" pitchFamily="18" charset="0"/>
              </a:rPr>
              <a:t>DIODE AND TRANSISTORS</a:t>
            </a:r>
          </a:p>
        </p:txBody>
      </p:sp>
      <p:sp>
        <p:nvSpPr>
          <p:cNvPr id="7" name="Rectangle 6"/>
          <p:cNvSpPr/>
          <p:nvPr/>
        </p:nvSpPr>
        <p:spPr>
          <a:xfrm>
            <a:off x="342741" y="5601409"/>
            <a:ext cx="3832829" cy="323165"/>
          </a:xfrm>
          <a:prstGeom prst="rect">
            <a:avLst/>
          </a:prstGeom>
        </p:spPr>
        <p:txBody>
          <a:bodyPr wrap="square">
            <a:spAutoFit/>
          </a:bodyPr>
          <a:lstStyle/>
          <a:p>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056D2D65-FF19-92B6-7910-30838DFA4D4A}"/>
              </a:ext>
            </a:extLst>
          </p:cNvPr>
          <p:cNvSpPr txBox="1"/>
          <p:nvPr/>
        </p:nvSpPr>
        <p:spPr>
          <a:xfrm>
            <a:off x="107879" y="5601409"/>
            <a:ext cx="4572000" cy="98488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Dr. Shubhrajyoti Kundu</a:t>
            </a:r>
            <a:br>
              <a:rPr kumimoji="0" lang="en-US" sz="1058"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r>
              <a:rPr kumimoji="0" lang="en-US"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Assistant Professor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Electrical Engineering</a:t>
            </a:r>
            <a:endParaRPr lang="en-IN" dirty="0"/>
          </a:p>
        </p:txBody>
      </p:sp>
    </p:spTree>
    <p:extLst>
      <p:ext uri="{BB962C8B-B14F-4D97-AF65-F5344CB8AC3E}">
        <p14:creationId xmlns:p14="http://schemas.microsoft.com/office/powerpoint/2010/main" val="426612354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31076" y="1778284"/>
            <a:ext cx="6074228" cy="3908762"/>
          </a:xfrm>
          <a:prstGeom prst="rect">
            <a:avLst/>
          </a:prstGeom>
          <a:noFill/>
        </p:spPr>
        <p:txBody>
          <a:bodyPr wrap="square">
            <a:spAutoFit/>
          </a:bodyPr>
          <a:lstStyle/>
          <a:p>
            <a:r>
              <a:rPr lang="en-US" sz="2200" b="1" dirty="0">
                <a:solidFill>
                  <a:schemeClr val="bg1"/>
                </a:solidFill>
              </a:rPr>
              <a:t>Content </a:t>
            </a:r>
          </a:p>
          <a:p>
            <a:endParaRPr lang="en-US" sz="2200" dirty="0"/>
          </a:p>
          <a:p>
            <a:pPr marL="342900" indent="-342900">
              <a:buAutoNum type="arabicPeriod"/>
            </a:pPr>
            <a:r>
              <a:rPr lang="en-US" sz="2200" dirty="0"/>
              <a:t>Operation of BJT                                                     1              </a:t>
            </a:r>
          </a:p>
          <a:p>
            <a:pPr marL="342900" indent="-342900">
              <a:buAutoNum type="arabicPeriod"/>
            </a:pPr>
            <a:endParaRPr lang="en-US" sz="2200" dirty="0"/>
          </a:p>
          <a:p>
            <a:pPr marL="342900" indent="-342900">
              <a:buAutoNum type="arabicPeriod"/>
            </a:pPr>
            <a:r>
              <a:rPr lang="en-US" sz="2200" dirty="0"/>
              <a:t>BJT as a Switch                                                        2           </a:t>
            </a:r>
          </a:p>
          <a:p>
            <a:pPr marL="342900" indent="-342900">
              <a:buAutoNum type="arabicPeriod"/>
            </a:pPr>
            <a:endParaRPr lang="en-US" sz="2200" dirty="0"/>
          </a:p>
          <a:p>
            <a:pPr marL="342900" indent="-342900">
              <a:buAutoNum type="arabicPeriod"/>
            </a:pPr>
            <a:r>
              <a:rPr lang="en-US" sz="2200" dirty="0"/>
              <a:t>Transistor as an amplifier                                      3</a:t>
            </a:r>
          </a:p>
          <a:p>
            <a:endParaRPr lang="en-US" sz="2200"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27883556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F85F2-019B-77B8-7ECE-5EF19A8A75C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75FA56A-9C3A-FBD3-E5AA-B09BB71A8BC2}"/>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881E8EFC-7E9B-854E-8FAC-829DDA0B026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8E82FCD8-7AEE-3B3F-45E9-73683FB766BD}"/>
              </a:ext>
            </a:extLst>
          </p:cNvPr>
          <p:cNvSpPr>
            <a:spLocks noChangeArrowheads="1"/>
          </p:cNvSpPr>
          <p:nvPr>
            <p:custDataLst>
              <p:tags r:id="Rddc8f5b69c084465"/>
            </p:custDataLst>
          </p:nvPr>
        </p:nvSpPr>
        <p:spPr bwMode="auto">
          <a:xfrm>
            <a:off x="354577" y="1201274"/>
            <a:ext cx="5912659" cy="1048765"/>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Operation of BJT in various regions </a:t>
            </a:r>
          </a:p>
        </p:txBody>
      </p:sp>
      <p:pic>
        <p:nvPicPr>
          <p:cNvPr id="6" name="Picture 1">
            <a:extLst>
              <a:ext uri="{FF2B5EF4-FFF2-40B4-BE49-F238E27FC236}">
                <a16:creationId xmlns:a16="http://schemas.microsoft.com/office/drawing/2014/main" id="{95312790-0C84-9C27-FEFA-9A8B37ACC4F9}"/>
              </a:ext>
            </a:extLst>
          </p:cNvPr>
          <p:cNvPicPr>
            <a:picLocks noChangeAspect="1"/>
          </p:cNvPicPr>
          <p:nvPr/>
        </p:nvPicPr>
        <p:blipFill>
          <a:blip r:embed="Rc29c119b10cb4429">
            <a:extLst>
              <a:ext uri="{28A0092B-C50C-407E-A947-70E740481C1C}">
                <a14:useLocalDpi xmlns:a14="http://schemas.microsoft.com/office/drawing/2010/main" val="0"/>
              </a:ext>
            </a:extLst>
          </a:blip>
          <a:srcRect/>
          <a:stretch>
            <a:fillRect/>
          </a:stretch>
        </p:blipFill>
        <p:spPr bwMode="auto">
          <a:xfrm>
            <a:off x="616449" y="2352782"/>
            <a:ext cx="7870006" cy="3883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735602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1CE52-739A-CAA6-433D-401284DB6A5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AD119E2-7053-5FBD-1BEF-C7F9038AE151}"/>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441061E9-1B09-BC07-8671-03A9B74E7B3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BDE1E530-9619-E7A4-A855-68145C93E066}"/>
              </a:ext>
            </a:extLst>
          </p:cNvPr>
          <p:cNvSpPr>
            <a:spLocks noChangeArrowheads="1"/>
          </p:cNvSpPr>
          <p:nvPr>
            <p:custDataLst>
              <p:tags r:id="Rf3f1e0aaf67d4b41"/>
            </p:custDataLst>
          </p:nvPr>
        </p:nvSpPr>
        <p:spPr bwMode="auto">
          <a:xfrm>
            <a:off x="354577" y="1201274"/>
            <a:ext cx="5912659" cy="1048765"/>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BJT Switches</a:t>
            </a:r>
          </a:p>
        </p:txBody>
      </p:sp>
      <p:sp>
        <p:nvSpPr>
          <p:cNvPr id="6" name="Text Box 6">
            <a:extLst>
              <a:ext uri="{FF2B5EF4-FFF2-40B4-BE49-F238E27FC236}">
                <a16:creationId xmlns:a16="http://schemas.microsoft.com/office/drawing/2014/main" id="{C156B7D9-05A5-A062-A055-5A6531EE53BE}"/>
              </a:ext>
            </a:extLst>
          </p:cNvPr>
          <p:cNvSpPr txBox="1">
            <a:spLocks noChangeArrowheads="1"/>
          </p:cNvSpPr>
          <p:nvPr/>
        </p:nvSpPr>
        <p:spPr bwMode="auto">
          <a:xfrm>
            <a:off x="354576" y="2427736"/>
            <a:ext cx="824489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rgbClr val="0000FF"/>
                </a:solidFill>
                <a:latin typeface="Times New Roman" panose="02020603050405020304" pitchFamily="18" charset="0"/>
              </a:defRPr>
            </a:lvl1pPr>
            <a:lvl2pPr marL="742950" indent="-285750">
              <a:defRPr sz="2400">
                <a:solidFill>
                  <a:srgbClr val="0000FF"/>
                </a:solidFill>
                <a:latin typeface="Times New Roman" panose="02020603050405020304" pitchFamily="18" charset="0"/>
              </a:defRPr>
            </a:lvl2pPr>
            <a:lvl3pPr marL="1143000" indent="-228600">
              <a:defRPr sz="2400">
                <a:solidFill>
                  <a:srgbClr val="0000FF"/>
                </a:solidFill>
                <a:latin typeface="Times New Roman" panose="02020603050405020304" pitchFamily="18" charset="0"/>
              </a:defRPr>
            </a:lvl3pPr>
            <a:lvl4pPr marL="1600200" indent="-228600">
              <a:defRPr sz="2400">
                <a:solidFill>
                  <a:srgbClr val="0000FF"/>
                </a:solidFill>
                <a:latin typeface="Times New Roman" panose="02020603050405020304" pitchFamily="18" charset="0"/>
              </a:defRPr>
            </a:lvl4pPr>
            <a:lvl5pPr marL="2057400" indent="-228600">
              <a:defRPr sz="2400">
                <a:solidFill>
                  <a:srgbClr val="0000FF"/>
                </a:solidFill>
                <a:latin typeface="Times New Roman" panose="02020603050405020304" pitchFamily="18" charset="0"/>
              </a:defRPr>
            </a:lvl5pPr>
            <a:lvl6pPr marL="2514600" indent="-228600" eaLnBrk="0" fontAlgn="base" hangingPunct="0">
              <a:spcBef>
                <a:spcPct val="0"/>
              </a:spcBef>
              <a:spcAft>
                <a:spcPct val="0"/>
              </a:spcAft>
              <a:defRPr sz="2400">
                <a:solidFill>
                  <a:srgbClr val="0000FF"/>
                </a:solidFill>
                <a:latin typeface="Times New Roman" panose="02020603050405020304" pitchFamily="18" charset="0"/>
              </a:defRPr>
            </a:lvl6pPr>
            <a:lvl7pPr marL="2971800" indent="-228600" eaLnBrk="0" fontAlgn="base" hangingPunct="0">
              <a:spcBef>
                <a:spcPct val="0"/>
              </a:spcBef>
              <a:spcAft>
                <a:spcPct val="0"/>
              </a:spcAft>
              <a:defRPr sz="2400">
                <a:solidFill>
                  <a:srgbClr val="0000FF"/>
                </a:solidFill>
                <a:latin typeface="Times New Roman" panose="02020603050405020304" pitchFamily="18" charset="0"/>
              </a:defRPr>
            </a:lvl7pPr>
            <a:lvl8pPr marL="3429000" indent="-228600" eaLnBrk="0" fontAlgn="base" hangingPunct="0">
              <a:spcBef>
                <a:spcPct val="0"/>
              </a:spcBef>
              <a:spcAft>
                <a:spcPct val="0"/>
              </a:spcAft>
              <a:defRPr sz="2400">
                <a:solidFill>
                  <a:srgbClr val="0000FF"/>
                </a:solidFill>
                <a:latin typeface="Times New Roman" panose="02020603050405020304" pitchFamily="18" charset="0"/>
              </a:defRPr>
            </a:lvl8pPr>
            <a:lvl9pPr marL="3886200" indent="-228600" eaLnBrk="0" fontAlgn="base" hangingPunct="0">
              <a:spcBef>
                <a:spcPct val="0"/>
              </a:spcBef>
              <a:spcAft>
                <a:spcPct val="0"/>
              </a:spcAft>
              <a:defRPr sz="2400">
                <a:solidFill>
                  <a:srgbClr val="0000FF"/>
                </a:solidFill>
                <a:latin typeface="Times New Roman" panose="02020603050405020304" pitchFamily="18" charset="0"/>
              </a:defRPr>
            </a:lvl9pPr>
          </a:lstStyle>
          <a:p>
            <a:pPr eaLnBrk="1" hangingPunct="1">
              <a:spcBef>
                <a:spcPct val="50000"/>
              </a:spcBef>
              <a:buFont typeface="Wingdings" panose="05000000000000000000" pitchFamily="2" charset="2"/>
              <a:buChar char="q"/>
            </a:pPr>
            <a:r>
              <a:rPr lang="en-US" altLang="en-US" sz="2000" dirty="0">
                <a:latin typeface="+mj-lt"/>
              </a:rPr>
              <a:t>A BJT can be used as a switching device in logic circuits to turn on or off current to a load. As a switch, the transistor is normally in either cutoff (load is OFF) or saturation (load is ON).</a:t>
            </a:r>
          </a:p>
        </p:txBody>
      </p:sp>
      <p:graphicFrame>
        <p:nvGraphicFramePr>
          <p:cNvPr id="7" name="Object 17">
            <a:extLst>
              <a:ext uri="{FF2B5EF4-FFF2-40B4-BE49-F238E27FC236}">
                <a16:creationId xmlns:a16="http://schemas.microsoft.com/office/drawing/2014/main" id="{21D6941F-2CAB-B7BF-86DB-EE531691D7DA}"/>
              </a:ext>
            </a:extLst>
          </p:cNvPr>
          <p:cNvGraphicFramePr>
            <a:graphicFrameLocks noChangeAspect="1"/>
          </p:cNvGraphicFramePr>
          <p:nvPr/>
        </p:nvGraphicFramePr>
        <p:xfrm>
          <a:off x="719191" y="3611908"/>
          <a:ext cx="3276600" cy="2133600"/>
        </p:xfrm>
        <a:graphic>
          <a:graphicData uri="http://schemas.openxmlformats.org/presentationml/2006/ole">
            <mc:AlternateContent xmlns:mc="http://schemas.openxmlformats.org/markup-compatibility/2006">
              <mc:Choice xmlns:v="urn:schemas-microsoft-com:vml" Requires="v">
                <p:oleObj name="CorelDRAW" r:id="Rf014179cf51c4031" imgW="1547066" imgH="1247811" progId="CorelDRAW.Graphic.13">
                  <p:embed/>
                </p:oleObj>
              </mc:Choice>
              <mc:Fallback>
                <p:oleObj name="CorelDRAW" r:id="R4c5c4575cfd54744" imgW="1547066" imgH="1247811" progId="CorelDRAW.Graphic.13">
                  <p:embed/>
                  <p:pic>
                    <p:nvPicPr>
                      <p:cNvPr id="7" name="Object 17">
                        <a:extLst>
                          <a:ext uri="{FF2B5EF4-FFF2-40B4-BE49-F238E27FC236}">
                            <a16:creationId xmlns:a16="http://schemas.microsoft.com/office/drawing/2014/main" id="{21D6941F-2CAB-B7BF-86DB-EE531691D7DA}"/>
                          </a:ext>
                        </a:extLst>
                      </p:cNvPr>
                      <p:cNvPicPr>
                        <a:picLocks noChangeAspect="1" noChangeArrowheads="1"/>
                      </p:cNvPicPr>
                      <p:nvPr/>
                    </p:nvPicPr>
                    <p:blipFill>
                      <a:blip r:embed="Rc4b106d3adc44bb1">
                        <a:extLst>
                          <a:ext uri="{28A0092B-C50C-407E-A947-70E740481C1C}">
                            <a14:useLocalDpi xmlns:a14="http://schemas.microsoft.com/office/drawing/2010/main" val="0"/>
                          </a:ext>
                        </a:extLst>
                      </a:blip>
                      <a:srcRect/>
                      <a:stretch>
                        <a:fillRect/>
                      </a:stretch>
                    </p:blipFill>
                    <p:spPr bwMode="auto">
                      <a:xfrm>
                        <a:off x="719191" y="3611908"/>
                        <a:ext cx="3276600" cy="2133600"/>
                      </a:xfrm>
                      <a:prstGeom prst="rect">
                        <a:avLst/>
                      </a:prstGeom>
                      <a:noFill/>
                      <a:ln>
                        <a:noFill/>
                      </a:ln>
                      <a:effectLst/>
                    </p:spPr>
                  </p:pic>
                </p:oleObj>
              </mc:Fallback>
            </mc:AlternateContent>
          </a:graphicData>
        </a:graphic>
      </p:graphicFrame>
      <p:graphicFrame>
        <p:nvGraphicFramePr>
          <p:cNvPr id="10" name="Object 18">
            <a:extLst>
              <a:ext uri="{FF2B5EF4-FFF2-40B4-BE49-F238E27FC236}">
                <a16:creationId xmlns:a16="http://schemas.microsoft.com/office/drawing/2014/main" id="{1AB5C85D-771E-5D0A-E2EE-2C25E5D8CB6E}"/>
              </a:ext>
            </a:extLst>
          </p:cNvPr>
          <p:cNvGraphicFramePr>
            <a:graphicFrameLocks noChangeAspect="1"/>
          </p:cNvGraphicFramePr>
          <p:nvPr/>
        </p:nvGraphicFramePr>
        <p:xfrm>
          <a:off x="5148208" y="3607888"/>
          <a:ext cx="3276601" cy="2048838"/>
        </p:xfrm>
        <a:graphic>
          <a:graphicData uri="http://schemas.openxmlformats.org/presentationml/2006/ole">
            <mc:AlternateContent xmlns:mc="http://schemas.openxmlformats.org/markup-compatibility/2006">
              <mc:Choice xmlns:v="urn:schemas-microsoft-com:vml" Requires="v">
                <p:oleObj name="CorelDRAW" r:id="R233717d183f3468d" imgW="1951709" imgH="1250737" progId="CorelDRAW.Graphic.13">
                  <p:embed/>
                </p:oleObj>
              </mc:Choice>
              <mc:Fallback>
                <p:oleObj name="CorelDRAW" r:id="Rd637d3f4c84540e0" imgW="1951709" imgH="1250737" progId="CorelDRAW.Graphic.13">
                  <p:embed/>
                  <p:pic>
                    <p:nvPicPr>
                      <p:cNvPr id="10" name="Object 18">
                        <a:extLst>
                          <a:ext uri="{FF2B5EF4-FFF2-40B4-BE49-F238E27FC236}">
                            <a16:creationId xmlns:a16="http://schemas.microsoft.com/office/drawing/2014/main" id="{1AB5C85D-771E-5D0A-E2EE-2C25E5D8CB6E}"/>
                          </a:ext>
                        </a:extLst>
                      </p:cNvPr>
                      <p:cNvPicPr>
                        <a:picLocks noChangeAspect="1" noChangeArrowheads="1"/>
                      </p:cNvPicPr>
                      <p:nvPr/>
                    </p:nvPicPr>
                    <p:blipFill>
                      <a:blip r:embed="Rfd615c7ded7543bb">
                        <a:extLst>
                          <a:ext uri="{28A0092B-C50C-407E-A947-70E740481C1C}">
                            <a14:useLocalDpi xmlns:a14="http://schemas.microsoft.com/office/drawing/2010/main" val="0"/>
                          </a:ext>
                        </a:extLst>
                      </a:blip>
                      <a:srcRect/>
                      <a:stretch>
                        <a:fillRect/>
                      </a:stretch>
                    </p:blipFill>
                    <p:spPr bwMode="auto">
                      <a:xfrm>
                        <a:off x="5148208" y="3607888"/>
                        <a:ext cx="3276601" cy="2048838"/>
                      </a:xfrm>
                      <a:prstGeom prst="rect">
                        <a:avLst/>
                      </a:prstGeom>
                      <a:noFill/>
                      <a:ln>
                        <a:noFill/>
                      </a:ln>
                      <a:effectLst/>
                    </p:spPr>
                  </p:pic>
                </p:oleObj>
              </mc:Fallback>
            </mc:AlternateContent>
          </a:graphicData>
        </a:graphic>
      </p:graphicFrame>
      <p:sp>
        <p:nvSpPr>
          <p:cNvPr id="11" name="Text Box 14">
            <a:extLst>
              <a:ext uri="{FF2B5EF4-FFF2-40B4-BE49-F238E27FC236}">
                <a16:creationId xmlns:a16="http://schemas.microsoft.com/office/drawing/2014/main" id="{BC79D16B-9D69-D58B-21D4-9684D890211D}"/>
              </a:ext>
            </a:extLst>
          </p:cNvPr>
          <p:cNvSpPr txBox="1">
            <a:spLocks noChangeArrowheads="1"/>
          </p:cNvSpPr>
          <p:nvPr/>
        </p:nvSpPr>
        <p:spPr bwMode="auto">
          <a:xfrm>
            <a:off x="1485472" y="5834424"/>
            <a:ext cx="2438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0000FF"/>
                </a:solidFill>
                <a:latin typeface="Times New Roman" panose="02020603050405020304" pitchFamily="18" charset="0"/>
              </a:defRPr>
            </a:lvl1pPr>
            <a:lvl2pPr marL="742950" indent="-285750">
              <a:defRPr sz="2400">
                <a:solidFill>
                  <a:srgbClr val="0000FF"/>
                </a:solidFill>
                <a:latin typeface="Times New Roman" panose="02020603050405020304" pitchFamily="18" charset="0"/>
              </a:defRPr>
            </a:lvl2pPr>
            <a:lvl3pPr marL="1143000" indent="-228600">
              <a:defRPr sz="2400">
                <a:solidFill>
                  <a:srgbClr val="0000FF"/>
                </a:solidFill>
                <a:latin typeface="Times New Roman" panose="02020603050405020304" pitchFamily="18" charset="0"/>
              </a:defRPr>
            </a:lvl3pPr>
            <a:lvl4pPr marL="1600200" indent="-228600">
              <a:defRPr sz="2400">
                <a:solidFill>
                  <a:srgbClr val="0000FF"/>
                </a:solidFill>
                <a:latin typeface="Times New Roman" panose="02020603050405020304" pitchFamily="18" charset="0"/>
              </a:defRPr>
            </a:lvl4pPr>
            <a:lvl5pPr marL="2057400" indent="-228600">
              <a:defRPr sz="2400">
                <a:solidFill>
                  <a:srgbClr val="0000FF"/>
                </a:solidFill>
                <a:latin typeface="Times New Roman" panose="02020603050405020304" pitchFamily="18" charset="0"/>
              </a:defRPr>
            </a:lvl5pPr>
            <a:lvl6pPr marL="2514600" indent="-228600" eaLnBrk="0" fontAlgn="base" hangingPunct="0">
              <a:spcBef>
                <a:spcPct val="0"/>
              </a:spcBef>
              <a:spcAft>
                <a:spcPct val="0"/>
              </a:spcAft>
              <a:defRPr sz="2400">
                <a:solidFill>
                  <a:srgbClr val="0000FF"/>
                </a:solidFill>
                <a:latin typeface="Times New Roman" panose="02020603050405020304" pitchFamily="18" charset="0"/>
              </a:defRPr>
            </a:lvl6pPr>
            <a:lvl7pPr marL="2971800" indent="-228600" eaLnBrk="0" fontAlgn="base" hangingPunct="0">
              <a:spcBef>
                <a:spcPct val="0"/>
              </a:spcBef>
              <a:spcAft>
                <a:spcPct val="0"/>
              </a:spcAft>
              <a:defRPr sz="2400">
                <a:solidFill>
                  <a:srgbClr val="0000FF"/>
                </a:solidFill>
                <a:latin typeface="Times New Roman" panose="02020603050405020304" pitchFamily="18" charset="0"/>
              </a:defRPr>
            </a:lvl7pPr>
            <a:lvl8pPr marL="3429000" indent="-228600" eaLnBrk="0" fontAlgn="base" hangingPunct="0">
              <a:spcBef>
                <a:spcPct val="0"/>
              </a:spcBef>
              <a:spcAft>
                <a:spcPct val="0"/>
              </a:spcAft>
              <a:defRPr sz="2400">
                <a:solidFill>
                  <a:srgbClr val="0000FF"/>
                </a:solidFill>
                <a:latin typeface="Times New Roman" panose="02020603050405020304" pitchFamily="18" charset="0"/>
              </a:defRPr>
            </a:lvl8pPr>
            <a:lvl9pPr marL="3886200" indent="-228600" eaLnBrk="0" fontAlgn="base" hangingPunct="0">
              <a:spcBef>
                <a:spcPct val="0"/>
              </a:spcBef>
              <a:spcAft>
                <a:spcPct val="0"/>
              </a:spcAft>
              <a:defRPr sz="2400">
                <a:solidFill>
                  <a:srgbClr val="0000FF"/>
                </a:solidFill>
                <a:latin typeface="Times New Roman" panose="02020603050405020304" pitchFamily="18" charset="0"/>
              </a:defRPr>
            </a:lvl9pPr>
          </a:lstStyle>
          <a:p>
            <a:pPr eaLnBrk="1" hangingPunct="1">
              <a:spcBef>
                <a:spcPct val="50000"/>
              </a:spcBef>
            </a:pPr>
            <a:r>
              <a:rPr lang="en-US" altLang="en-US" sz="1600" dirty="0">
                <a:latin typeface="+mn-lt"/>
              </a:rPr>
              <a:t>In cutoff, the transistor looks like an open switch.</a:t>
            </a:r>
          </a:p>
        </p:txBody>
      </p:sp>
      <p:sp>
        <p:nvSpPr>
          <p:cNvPr id="12" name="Text Box 15">
            <a:extLst>
              <a:ext uri="{FF2B5EF4-FFF2-40B4-BE49-F238E27FC236}">
                <a16:creationId xmlns:a16="http://schemas.microsoft.com/office/drawing/2014/main" id="{A898715D-7DE3-314F-BE30-4358DFBAD11D}"/>
              </a:ext>
            </a:extLst>
          </p:cNvPr>
          <p:cNvSpPr txBox="1">
            <a:spLocks noChangeArrowheads="1"/>
          </p:cNvSpPr>
          <p:nvPr/>
        </p:nvSpPr>
        <p:spPr bwMode="auto">
          <a:xfrm>
            <a:off x="5986409" y="5830403"/>
            <a:ext cx="2438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0000FF"/>
                </a:solidFill>
                <a:latin typeface="Times New Roman" panose="02020603050405020304" pitchFamily="18" charset="0"/>
              </a:defRPr>
            </a:lvl1pPr>
            <a:lvl2pPr marL="742950" indent="-285750">
              <a:defRPr sz="2400">
                <a:solidFill>
                  <a:srgbClr val="0000FF"/>
                </a:solidFill>
                <a:latin typeface="Times New Roman" panose="02020603050405020304" pitchFamily="18" charset="0"/>
              </a:defRPr>
            </a:lvl2pPr>
            <a:lvl3pPr marL="1143000" indent="-228600">
              <a:defRPr sz="2400">
                <a:solidFill>
                  <a:srgbClr val="0000FF"/>
                </a:solidFill>
                <a:latin typeface="Times New Roman" panose="02020603050405020304" pitchFamily="18" charset="0"/>
              </a:defRPr>
            </a:lvl3pPr>
            <a:lvl4pPr marL="1600200" indent="-228600">
              <a:defRPr sz="2400">
                <a:solidFill>
                  <a:srgbClr val="0000FF"/>
                </a:solidFill>
                <a:latin typeface="Times New Roman" panose="02020603050405020304" pitchFamily="18" charset="0"/>
              </a:defRPr>
            </a:lvl4pPr>
            <a:lvl5pPr marL="2057400" indent="-228600">
              <a:defRPr sz="2400">
                <a:solidFill>
                  <a:srgbClr val="0000FF"/>
                </a:solidFill>
                <a:latin typeface="Times New Roman" panose="02020603050405020304" pitchFamily="18" charset="0"/>
              </a:defRPr>
            </a:lvl5pPr>
            <a:lvl6pPr marL="2514600" indent="-228600" eaLnBrk="0" fontAlgn="base" hangingPunct="0">
              <a:spcBef>
                <a:spcPct val="0"/>
              </a:spcBef>
              <a:spcAft>
                <a:spcPct val="0"/>
              </a:spcAft>
              <a:defRPr sz="2400">
                <a:solidFill>
                  <a:srgbClr val="0000FF"/>
                </a:solidFill>
                <a:latin typeface="Times New Roman" panose="02020603050405020304" pitchFamily="18" charset="0"/>
              </a:defRPr>
            </a:lvl6pPr>
            <a:lvl7pPr marL="2971800" indent="-228600" eaLnBrk="0" fontAlgn="base" hangingPunct="0">
              <a:spcBef>
                <a:spcPct val="0"/>
              </a:spcBef>
              <a:spcAft>
                <a:spcPct val="0"/>
              </a:spcAft>
              <a:defRPr sz="2400">
                <a:solidFill>
                  <a:srgbClr val="0000FF"/>
                </a:solidFill>
                <a:latin typeface="Times New Roman" panose="02020603050405020304" pitchFamily="18" charset="0"/>
              </a:defRPr>
            </a:lvl7pPr>
            <a:lvl8pPr marL="3429000" indent="-228600" eaLnBrk="0" fontAlgn="base" hangingPunct="0">
              <a:spcBef>
                <a:spcPct val="0"/>
              </a:spcBef>
              <a:spcAft>
                <a:spcPct val="0"/>
              </a:spcAft>
              <a:defRPr sz="2400">
                <a:solidFill>
                  <a:srgbClr val="0000FF"/>
                </a:solidFill>
                <a:latin typeface="Times New Roman" panose="02020603050405020304" pitchFamily="18" charset="0"/>
              </a:defRPr>
            </a:lvl8pPr>
            <a:lvl9pPr marL="3886200" indent="-228600" eaLnBrk="0" fontAlgn="base" hangingPunct="0">
              <a:spcBef>
                <a:spcPct val="0"/>
              </a:spcBef>
              <a:spcAft>
                <a:spcPct val="0"/>
              </a:spcAft>
              <a:defRPr sz="2400">
                <a:solidFill>
                  <a:srgbClr val="0000FF"/>
                </a:solidFill>
                <a:latin typeface="Times New Roman" panose="02020603050405020304" pitchFamily="18" charset="0"/>
              </a:defRPr>
            </a:lvl9pPr>
          </a:lstStyle>
          <a:p>
            <a:pPr eaLnBrk="1" hangingPunct="1">
              <a:spcBef>
                <a:spcPct val="50000"/>
              </a:spcBef>
            </a:pPr>
            <a:r>
              <a:rPr lang="en-US" altLang="en-US" sz="1600" dirty="0">
                <a:latin typeface="+mn-lt"/>
              </a:rPr>
              <a:t>In saturation, the transistor looks like a closed switch.</a:t>
            </a:r>
          </a:p>
        </p:txBody>
      </p:sp>
    </p:spTree>
    <p:extLst>
      <p:ext uri="{BB962C8B-B14F-4D97-AF65-F5344CB8AC3E}">
        <p14:creationId xmlns:p14="http://schemas.microsoft.com/office/powerpoint/2010/main" val="2370637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par>
                          <p:cTn id="13" fill="hold">
                            <p:stCondLst>
                              <p:cond delay="500"/>
                            </p:stCondLst>
                            <p:childTnLst>
                              <p:par>
                                <p:cTn id="14" presetID="37"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1000"/>
                                        <p:tgtEl>
                                          <p:spTgt spid="11"/>
                                        </p:tgtEl>
                                      </p:cBhvr>
                                    </p:animEffect>
                                    <p:anim calcmode="lin" valueType="num">
                                      <p:cBhvr>
                                        <p:cTn id="17" dur="1000" fill="hold"/>
                                        <p:tgtEl>
                                          <p:spTgt spid="11"/>
                                        </p:tgtEl>
                                        <p:attrNameLst>
                                          <p:attrName>ppt_x</p:attrName>
                                        </p:attrNameLst>
                                      </p:cBhvr>
                                      <p:tavLst>
                                        <p:tav tm="0">
                                          <p:val>
                                            <p:strVal val="#ppt_x"/>
                                          </p:val>
                                        </p:tav>
                                        <p:tav tm="100000">
                                          <p:val>
                                            <p:strVal val="#ppt_x"/>
                                          </p:val>
                                        </p:tav>
                                      </p:tavLst>
                                    </p:anim>
                                    <p:anim calcmode="lin" valueType="num">
                                      <p:cBhvr>
                                        <p:cTn id="18" dur="900" decel="100000" fill="hold"/>
                                        <p:tgtEl>
                                          <p:spTgt spid="11"/>
                                        </p:tgtEl>
                                        <p:attrNameLst>
                                          <p:attrName>ppt_y</p:attrName>
                                        </p:attrNameLst>
                                      </p:cBhvr>
                                      <p:tavLst>
                                        <p:tav tm="0">
                                          <p:val>
                                            <p:strVal val="#ppt_y+1"/>
                                          </p:val>
                                        </p:tav>
                                        <p:tav tm="100000">
                                          <p:val>
                                            <p:strVal val="#ppt_y-.03"/>
                                          </p:val>
                                        </p:tav>
                                      </p:tavLst>
                                    </p:anim>
                                    <p:anim calcmode="lin" valueType="num">
                                      <p:cBhvr>
                                        <p:cTn id="19"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childTnLst>
                          </p:cTn>
                        </p:par>
                        <p:par>
                          <p:cTn id="20" fill="hold">
                            <p:stCondLst>
                              <p:cond delay="1500"/>
                            </p:stCondLst>
                            <p:childTnLst>
                              <p:par>
                                <p:cTn id="21" presetID="2" presetClass="entr" presetSubtype="4"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91634-9ACE-F770-270E-7D13BB98682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87B154B-F8B6-809F-10E5-0DB1D3A3698F}"/>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E8C5137-F87B-2DF8-F99E-7FAF92BF873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267C0B51-13B8-3356-D105-E15CBCE15082}"/>
              </a:ext>
            </a:extLst>
          </p:cNvPr>
          <p:cNvSpPr>
            <a:spLocks noChangeArrowheads="1"/>
          </p:cNvSpPr>
          <p:nvPr>
            <p:custDataLst>
              <p:tags r:id="R5976de909c7e422c"/>
            </p:custDataLst>
          </p:nvPr>
        </p:nvSpPr>
        <p:spPr bwMode="auto">
          <a:xfrm>
            <a:off x="354577" y="1201274"/>
            <a:ext cx="5912659" cy="1048765"/>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Transistor as an Amplifier</a:t>
            </a:r>
          </a:p>
        </p:txBody>
      </p:sp>
      <p:sp>
        <p:nvSpPr>
          <p:cNvPr id="3" name="Text Box 8">
            <a:extLst>
              <a:ext uri="{FF2B5EF4-FFF2-40B4-BE49-F238E27FC236}">
                <a16:creationId xmlns:a16="http://schemas.microsoft.com/office/drawing/2014/main" id="{40CB026E-D2FE-5D82-6C76-5E2EFDC53CCC}"/>
              </a:ext>
            </a:extLst>
          </p:cNvPr>
          <p:cNvSpPr txBox="1">
            <a:spLocks noChangeArrowheads="1"/>
          </p:cNvSpPr>
          <p:nvPr/>
        </p:nvSpPr>
        <p:spPr bwMode="auto">
          <a:xfrm>
            <a:off x="354577" y="2369126"/>
            <a:ext cx="76200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0000FF"/>
                </a:solidFill>
                <a:latin typeface="Times New Roman" panose="02020603050405020304" pitchFamily="18" charset="0"/>
              </a:defRPr>
            </a:lvl1pPr>
            <a:lvl2pPr marL="742950" indent="-285750">
              <a:defRPr sz="2400">
                <a:solidFill>
                  <a:srgbClr val="0000FF"/>
                </a:solidFill>
                <a:latin typeface="Times New Roman" panose="02020603050405020304" pitchFamily="18" charset="0"/>
              </a:defRPr>
            </a:lvl2pPr>
            <a:lvl3pPr marL="1143000" indent="-228600">
              <a:defRPr sz="2400">
                <a:solidFill>
                  <a:srgbClr val="0000FF"/>
                </a:solidFill>
                <a:latin typeface="Times New Roman" panose="02020603050405020304" pitchFamily="18" charset="0"/>
              </a:defRPr>
            </a:lvl3pPr>
            <a:lvl4pPr marL="1600200" indent="-228600">
              <a:defRPr sz="2400">
                <a:solidFill>
                  <a:srgbClr val="0000FF"/>
                </a:solidFill>
                <a:latin typeface="Times New Roman" panose="02020603050405020304" pitchFamily="18" charset="0"/>
              </a:defRPr>
            </a:lvl4pPr>
            <a:lvl5pPr marL="2057400" indent="-228600">
              <a:defRPr sz="2400">
                <a:solidFill>
                  <a:srgbClr val="0000FF"/>
                </a:solidFill>
                <a:latin typeface="Times New Roman" panose="02020603050405020304" pitchFamily="18" charset="0"/>
              </a:defRPr>
            </a:lvl5pPr>
            <a:lvl6pPr marL="2514600" indent="-228600" eaLnBrk="0" fontAlgn="base" hangingPunct="0">
              <a:spcBef>
                <a:spcPct val="0"/>
              </a:spcBef>
              <a:spcAft>
                <a:spcPct val="0"/>
              </a:spcAft>
              <a:defRPr sz="2400">
                <a:solidFill>
                  <a:srgbClr val="0000FF"/>
                </a:solidFill>
                <a:latin typeface="Times New Roman" panose="02020603050405020304" pitchFamily="18" charset="0"/>
              </a:defRPr>
            </a:lvl6pPr>
            <a:lvl7pPr marL="2971800" indent="-228600" eaLnBrk="0" fontAlgn="base" hangingPunct="0">
              <a:spcBef>
                <a:spcPct val="0"/>
              </a:spcBef>
              <a:spcAft>
                <a:spcPct val="0"/>
              </a:spcAft>
              <a:defRPr sz="2400">
                <a:solidFill>
                  <a:srgbClr val="0000FF"/>
                </a:solidFill>
                <a:latin typeface="Times New Roman" panose="02020603050405020304" pitchFamily="18" charset="0"/>
              </a:defRPr>
            </a:lvl7pPr>
            <a:lvl8pPr marL="3429000" indent="-228600" eaLnBrk="0" fontAlgn="base" hangingPunct="0">
              <a:spcBef>
                <a:spcPct val="0"/>
              </a:spcBef>
              <a:spcAft>
                <a:spcPct val="0"/>
              </a:spcAft>
              <a:defRPr sz="2400">
                <a:solidFill>
                  <a:srgbClr val="0000FF"/>
                </a:solidFill>
                <a:latin typeface="Times New Roman" panose="02020603050405020304" pitchFamily="18" charset="0"/>
              </a:defRPr>
            </a:lvl8pPr>
            <a:lvl9pPr marL="3886200" indent="-228600" eaLnBrk="0" fontAlgn="base" hangingPunct="0">
              <a:spcBef>
                <a:spcPct val="0"/>
              </a:spcBef>
              <a:spcAft>
                <a:spcPct val="0"/>
              </a:spcAft>
              <a:defRPr sz="2400">
                <a:solidFill>
                  <a:srgbClr val="0000FF"/>
                </a:solidFill>
                <a:latin typeface="Times New Roman" panose="02020603050405020304" pitchFamily="18" charset="0"/>
              </a:defRPr>
            </a:lvl9pPr>
          </a:lstStyle>
          <a:p>
            <a:pPr eaLnBrk="1" hangingPunct="1">
              <a:spcBef>
                <a:spcPct val="50000"/>
              </a:spcBef>
              <a:buFont typeface="Wingdings" panose="05000000000000000000" pitchFamily="2" charset="2"/>
              <a:buChar char="q"/>
            </a:pPr>
            <a:r>
              <a:rPr lang="en-US" altLang="en-US" sz="2000" dirty="0">
                <a:latin typeface="+mn-lt"/>
              </a:rPr>
              <a:t>A BJT amplifies AC signals by converting some of the DC power from the power supplies to AC signal power. An ac signal at the input is superimposed in the dc bias by the capacitive coupling. The output ac signal is inverted and rides on a dc level of </a:t>
            </a:r>
            <a:r>
              <a:rPr lang="en-US" altLang="en-US" sz="2000" i="1" dirty="0">
                <a:latin typeface="+mn-lt"/>
              </a:rPr>
              <a:t>V</a:t>
            </a:r>
            <a:r>
              <a:rPr lang="en-US" altLang="en-US" sz="2000" baseline="-25000" dirty="0">
                <a:latin typeface="+mn-lt"/>
              </a:rPr>
              <a:t>CE</a:t>
            </a:r>
            <a:r>
              <a:rPr lang="en-US" altLang="en-US" sz="2000" dirty="0">
                <a:latin typeface="+mn-lt"/>
              </a:rPr>
              <a:t>.</a:t>
            </a:r>
          </a:p>
        </p:txBody>
      </p:sp>
      <p:graphicFrame>
        <p:nvGraphicFramePr>
          <p:cNvPr id="8" name="Object 18">
            <a:extLst>
              <a:ext uri="{FF2B5EF4-FFF2-40B4-BE49-F238E27FC236}">
                <a16:creationId xmlns:a16="http://schemas.microsoft.com/office/drawing/2014/main" id="{E2B22041-3E77-1380-1C54-DB84F563A97F}"/>
              </a:ext>
            </a:extLst>
          </p:cNvPr>
          <p:cNvGraphicFramePr>
            <a:graphicFrameLocks noChangeAspect="1"/>
          </p:cNvGraphicFramePr>
          <p:nvPr/>
        </p:nvGraphicFramePr>
        <p:xfrm>
          <a:off x="1565672" y="3843446"/>
          <a:ext cx="1558925" cy="2365007"/>
        </p:xfrm>
        <a:graphic>
          <a:graphicData uri="http://schemas.openxmlformats.org/presentationml/2006/ole">
            <mc:AlternateContent xmlns:mc="http://schemas.openxmlformats.org/markup-compatibility/2006">
              <mc:Choice xmlns:v="urn:schemas-microsoft-com:vml" Requires="v">
                <p:oleObj name="CorelDRAW" r:id="R541776d012db472c" imgW="1055102" imgH="1702653" progId="CorelDRAW.Graphic.13">
                  <p:embed/>
                </p:oleObj>
              </mc:Choice>
              <mc:Fallback>
                <p:oleObj name="CorelDRAW" r:id="R05563434ea7440d2" imgW="1055102" imgH="1702653" progId="CorelDRAW.Graphic.13">
                  <p:embed/>
                  <p:pic>
                    <p:nvPicPr>
                      <p:cNvPr id="8" name="Object 18">
                        <a:extLst>
                          <a:ext uri="{FF2B5EF4-FFF2-40B4-BE49-F238E27FC236}">
                            <a16:creationId xmlns:a16="http://schemas.microsoft.com/office/drawing/2014/main" id="{E2B22041-3E77-1380-1C54-DB84F563A97F}"/>
                          </a:ext>
                        </a:extLst>
                      </p:cNvPr>
                      <p:cNvPicPr>
                        <a:picLocks noChangeAspect="1" noChangeArrowheads="1"/>
                      </p:cNvPicPr>
                      <p:nvPr/>
                    </p:nvPicPr>
                    <p:blipFill>
                      <a:blip r:embed="R5de2a67f31f54cd3">
                        <a:extLst>
                          <a:ext uri="{28A0092B-C50C-407E-A947-70E740481C1C}">
                            <a14:useLocalDpi xmlns:a14="http://schemas.microsoft.com/office/drawing/2010/main" val="0"/>
                          </a:ext>
                        </a:extLst>
                      </a:blip>
                      <a:srcRect/>
                      <a:stretch>
                        <a:fillRect/>
                      </a:stretch>
                    </p:blipFill>
                    <p:spPr bwMode="auto">
                      <a:xfrm>
                        <a:off x="1565672" y="3843446"/>
                        <a:ext cx="1558925" cy="2365007"/>
                      </a:xfrm>
                      <a:prstGeom prst="rect">
                        <a:avLst/>
                      </a:prstGeom>
                      <a:noFill/>
                      <a:ln>
                        <a:noFill/>
                      </a:ln>
                      <a:effectLst/>
                    </p:spPr>
                  </p:pic>
                </p:oleObj>
              </mc:Fallback>
            </mc:AlternateContent>
          </a:graphicData>
        </a:graphic>
      </p:graphicFrame>
      <p:graphicFrame>
        <p:nvGraphicFramePr>
          <p:cNvPr id="9" name="Object 15">
            <a:extLst>
              <a:ext uri="{FF2B5EF4-FFF2-40B4-BE49-F238E27FC236}">
                <a16:creationId xmlns:a16="http://schemas.microsoft.com/office/drawing/2014/main" id="{FDC5A481-6304-BD53-13A2-991F694D0095}"/>
              </a:ext>
            </a:extLst>
          </p:cNvPr>
          <p:cNvGraphicFramePr>
            <a:graphicFrameLocks noChangeAspect="1"/>
          </p:cNvGraphicFramePr>
          <p:nvPr/>
        </p:nvGraphicFramePr>
        <p:xfrm>
          <a:off x="4438436" y="3549676"/>
          <a:ext cx="3657600" cy="2658777"/>
        </p:xfrm>
        <a:graphic>
          <a:graphicData uri="http://schemas.openxmlformats.org/presentationml/2006/ole">
            <mc:AlternateContent xmlns:mc="http://schemas.openxmlformats.org/markup-compatibility/2006">
              <mc:Choice xmlns:v="urn:schemas-microsoft-com:vml" Requires="v">
                <p:oleObj name="CorelDRAW" r:id="R7feb5d1e97a84aab" imgW="2515177" imgH="1500754" progId="CorelDRAW.Graphic.13">
                  <p:embed/>
                </p:oleObj>
              </mc:Choice>
              <mc:Fallback>
                <p:oleObj name="CorelDRAW" r:id="Rf2bfa014332b499f" imgW="2515177" imgH="1500754" progId="CorelDRAW.Graphic.13">
                  <p:embed/>
                  <p:pic>
                    <p:nvPicPr>
                      <p:cNvPr id="9" name="Object 15">
                        <a:extLst>
                          <a:ext uri="{FF2B5EF4-FFF2-40B4-BE49-F238E27FC236}">
                            <a16:creationId xmlns:a16="http://schemas.microsoft.com/office/drawing/2014/main" id="{FDC5A481-6304-BD53-13A2-991F694D0095}"/>
                          </a:ext>
                        </a:extLst>
                      </p:cNvPr>
                      <p:cNvPicPr>
                        <a:picLocks noChangeAspect="1" noChangeArrowheads="1"/>
                      </p:cNvPicPr>
                      <p:nvPr/>
                    </p:nvPicPr>
                    <p:blipFill>
                      <a:blip r:embed="R662d89db3d0e40ca">
                        <a:extLst>
                          <a:ext uri="{28A0092B-C50C-407E-A947-70E740481C1C}">
                            <a14:useLocalDpi xmlns:a14="http://schemas.microsoft.com/office/drawing/2010/main" val="0"/>
                          </a:ext>
                        </a:extLst>
                      </a:blip>
                      <a:srcRect/>
                      <a:stretch>
                        <a:fillRect/>
                      </a:stretch>
                    </p:blipFill>
                    <p:spPr bwMode="auto">
                      <a:xfrm>
                        <a:off x="4438436" y="3549676"/>
                        <a:ext cx="3657600" cy="265877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985237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4" y="1955845"/>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5" name="Rectangle 4"/>
          <p:cNvSpPr/>
          <p:nvPr/>
        </p:nvSpPr>
        <p:spPr>
          <a:xfrm>
            <a:off x="603478" y="2256535"/>
            <a:ext cx="7887578" cy="630942"/>
          </a:xfrm>
          <a:prstGeom prst="rect">
            <a:avLst/>
          </a:prstGeom>
        </p:spPr>
        <p:txBody>
          <a:bodyPr wrap="square">
            <a:spAutoFit/>
          </a:bodyPr>
          <a:lstStyle/>
          <a:p>
            <a:pPr algn="ctr"/>
            <a:r>
              <a:rPr lang="en-US" sz="3500" dirty="0">
                <a:solidFill>
                  <a:schemeClr val="bg1"/>
                </a:solidFill>
                <a:latin typeface="+mj-lt"/>
                <a:ea typeface="Calibri" panose="020F0502020204030204" pitchFamily="34" charset="0"/>
                <a:cs typeface="Times New Roman" panose="02020603050405020304" pitchFamily="18" charset="0"/>
              </a:rPr>
              <a:t>DIODE AND TRANSISTORS</a:t>
            </a:r>
          </a:p>
        </p:txBody>
      </p:sp>
      <p:sp>
        <p:nvSpPr>
          <p:cNvPr id="7" name="Rectangle 6"/>
          <p:cNvSpPr/>
          <p:nvPr/>
        </p:nvSpPr>
        <p:spPr>
          <a:xfrm>
            <a:off x="342741" y="5601409"/>
            <a:ext cx="3832829" cy="323165"/>
          </a:xfrm>
          <a:prstGeom prst="rect">
            <a:avLst/>
          </a:prstGeom>
        </p:spPr>
        <p:txBody>
          <a:bodyPr wrap="square">
            <a:spAutoFit/>
          </a:bodyPr>
          <a:lstStyle/>
          <a:p>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056D2D65-FF19-92B6-7910-30838DFA4D4A}"/>
              </a:ext>
            </a:extLst>
          </p:cNvPr>
          <p:cNvSpPr txBox="1"/>
          <p:nvPr/>
        </p:nvSpPr>
        <p:spPr>
          <a:xfrm>
            <a:off x="107879" y="5601409"/>
            <a:ext cx="4572000" cy="98488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Dr. Shubhrajyoti Kundu</a:t>
            </a:r>
            <a:br>
              <a:rPr kumimoji="0" lang="en-US" sz="1058"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r>
              <a:rPr kumimoji="0" lang="en-US"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Assistant Professor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Electrical Engineering</a:t>
            </a:r>
            <a:endParaRPr lang="en-IN" dirty="0"/>
          </a:p>
        </p:txBody>
      </p:sp>
    </p:spTree>
    <p:extLst>
      <p:ext uri="{BB962C8B-B14F-4D97-AF65-F5344CB8AC3E}">
        <p14:creationId xmlns:p14="http://schemas.microsoft.com/office/powerpoint/2010/main" val="426612354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431076" y="1778284"/>
            <a:ext cx="6074228" cy="4031873"/>
          </a:xfrm>
          <a:prstGeom prst="rect">
            <a:avLst/>
          </a:prstGeom>
          <a:noFill/>
        </p:spPr>
        <p:txBody>
          <a:bodyPr wrap="square">
            <a:spAutoFit/>
          </a:bodyPr>
          <a:lstStyle/>
          <a:p>
            <a:r>
              <a:rPr lang="en-US" sz="2200" b="1" dirty="0">
                <a:solidFill>
                  <a:schemeClr val="bg1"/>
                </a:solidFill>
              </a:rPr>
              <a:t>Content </a:t>
            </a:r>
          </a:p>
          <a:p>
            <a:endParaRPr lang="en-US" sz="2200" dirty="0"/>
          </a:p>
          <a:p>
            <a:pPr marL="342900" indent="-342900">
              <a:buAutoNum type="arabicPeriod"/>
            </a:pPr>
            <a:r>
              <a:rPr lang="en-US" sz="2200" dirty="0"/>
              <a:t>Voltage divider bias                                                 5</a:t>
            </a:r>
          </a:p>
          <a:p>
            <a:pPr marL="342900" indent="-342900">
              <a:buAutoNum type="arabicPeriod"/>
            </a:pPr>
            <a:endParaRPr lang="en-US" sz="2200" dirty="0"/>
          </a:p>
          <a:p>
            <a:pPr marL="342900" indent="-342900">
              <a:buAutoNum type="arabicPeriod"/>
            </a:pPr>
            <a:r>
              <a:rPr lang="en-US" sz="2200" dirty="0"/>
              <a:t>VDB analysis                                                             6        </a:t>
            </a:r>
          </a:p>
          <a:p>
            <a:pPr marL="342900" indent="-342900">
              <a:buAutoNum type="arabicPeriod"/>
            </a:pPr>
            <a:endParaRPr lang="en-US" sz="2200" dirty="0"/>
          </a:p>
          <a:p>
            <a:pPr marL="342900" indent="-342900">
              <a:buAutoNum type="arabicPeriod"/>
            </a:pPr>
            <a:r>
              <a:rPr lang="en-US" sz="2200" dirty="0"/>
              <a:t>VDB load line and Q point                                     7</a:t>
            </a:r>
          </a:p>
          <a:p>
            <a:endParaRPr lang="en-US" sz="2200" dirty="0"/>
          </a:p>
          <a:p>
            <a:endParaRPr lang="en-US" sz="2200" dirty="0"/>
          </a:p>
          <a:p>
            <a:endParaRPr lang="en-US" sz="2200" dirty="0"/>
          </a:p>
          <a:p>
            <a:endParaRPr lang="en-US" dirty="0"/>
          </a:p>
          <a:p>
            <a:endParaRPr lang="en-US" dirty="0"/>
          </a:p>
        </p:txBody>
      </p:sp>
    </p:spTree>
    <p:extLst>
      <p:ext uri="{BB962C8B-B14F-4D97-AF65-F5344CB8AC3E}">
        <p14:creationId xmlns:p14="http://schemas.microsoft.com/office/powerpoint/2010/main" val="227883556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968E1-FA63-B2F0-63FD-8FA742F83E3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77A9117-414A-E138-4FC4-78342F25B68B}"/>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F20B14EE-1165-E8E7-D15F-D19ED48DB50D}"/>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F54CAE7A-65FC-BA07-DD7A-37AFF9CAB601}"/>
              </a:ext>
            </a:extLst>
          </p:cNvPr>
          <p:cNvSpPr>
            <a:spLocks noChangeArrowheads="1"/>
          </p:cNvSpPr>
          <p:nvPr>
            <p:custDataLst>
              <p:tags r:id="R2545de5e9a194218"/>
            </p:custDataLst>
          </p:nvPr>
        </p:nvSpPr>
        <p:spPr bwMode="auto">
          <a:xfrm>
            <a:off x="354577" y="1201274"/>
            <a:ext cx="5912659" cy="1048765"/>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Voltage divider bias</a:t>
            </a:r>
          </a:p>
        </p:txBody>
      </p:sp>
      <p:sp>
        <p:nvSpPr>
          <p:cNvPr id="5" name="Rectangle 3">
            <a:extLst>
              <a:ext uri="{FF2B5EF4-FFF2-40B4-BE49-F238E27FC236}">
                <a16:creationId xmlns:a16="http://schemas.microsoft.com/office/drawing/2014/main" id="{D33A2557-0157-85E7-3693-D6631A915AA9}"/>
              </a:ext>
            </a:extLst>
          </p:cNvPr>
          <p:cNvSpPr txBox="1">
            <a:spLocks noChangeArrowheads="1"/>
          </p:cNvSpPr>
          <p:nvPr/>
        </p:nvSpPr>
        <p:spPr bwMode="auto">
          <a:xfrm>
            <a:off x="441789" y="2700338"/>
            <a:ext cx="8147407" cy="3134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342900" marR="0" lvl="0" indent="-342900" defTabSz="91440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200" i="0" u="sng" strike="noStrike" kern="0" cap="none" spc="0" normalizeH="0" baseline="0" noProof="0" dirty="0">
                <a:ln>
                  <a:noFill/>
                </a:ln>
                <a:solidFill>
                  <a:schemeClr val="accent1"/>
                </a:solidFill>
                <a:effectLst/>
                <a:uLnTx/>
                <a:uFillTx/>
                <a:latin typeface="Calibri" panose="020F0502020204030204" pitchFamily="34" charset="0"/>
                <a:cs typeface="Arial" panose="020B0604020202020204" pitchFamily="34" charset="0"/>
              </a:rPr>
              <a:t>Base</a:t>
            </a:r>
            <a:r>
              <a:rPr kumimoji="0" lang="en-US" altLang="en-US" sz="2200" i="0" u="none" strike="noStrike" kern="0" cap="none" spc="0" normalizeH="0" baseline="0" noProof="0" dirty="0">
                <a:ln>
                  <a:noFill/>
                </a:ln>
                <a:solidFill>
                  <a:schemeClr val="accent1"/>
                </a:solidFill>
                <a:effectLst/>
                <a:uLnTx/>
                <a:uFillTx/>
                <a:latin typeface="Calibri" panose="020F0502020204030204" pitchFamily="34" charset="0"/>
                <a:cs typeface="Arial" panose="020B0604020202020204" pitchFamily="34" charset="0"/>
              </a:rPr>
              <a:t> circuit contains a voltage divider</a:t>
            </a:r>
          </a:p>
          <a:p>
            <a:pPr marL="342900" marR="0" lvl="0" indent="-342900" defTabSz="91440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200" i="0" u="sng" strike="noStrike" kern="0" cap="none" spc="0" normalizeH="0" baseline="0" noProof="0" dirty="0">
                <a:ln>
                  <a:noFill/>
                </a:ln>
                <a:solidFill>
                  <a:schemeClr val="accent1"/>
                </a:solidFill>
                <a:effectLst/>
                <a:uLnTx/>
                <a:uFillTx/>
                <a:latin typeface="Calibri" panose="020F0502020204030204" pitchFamily="34" charset="0"/>
                <a:cs typeface="Arial" panose="020B0604020202020204" pitchFamily="34" charset="0"/>
              </a:rPr>
              <a:t>Most</a:t>
            </a:r>
            <a:r>
              <a:rPr kumimoji="0" lang="en-US" altLang="en-US" sz="2200" i="0" u="none" strike="noStrike" kern="0" cap="none" spc="0" normalizeH="0" baseline="0" noProof="0" dirty="0">
                <a:ln>
                  <a:noFill/>
                </a:ln>
                <a:solidFill>
                  <a:schemeClr val="accent1"/>
                </a:solidFill>
                <a:effectLst/>
                <a:uLnTx/>
                <a:uFillTx/>
                <a:latin typeface="Calibri" panose="020F0502020204030204" pitchFamily="34" charset="0"/>
                <a:cs typeface="Arial" panose="020B0604020202020204" pitchFamily="34" charset="0"/>
              </a:rPr>
              <a:t> widely used</a:t>
            </a:r>
          </a:p>
          <a:p>
            <a:pPr marL="342900" marR="0" lvl="0" indent="-342900" defTabSz="91440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200" i="0" u="none" strike="noStrike" kern="0" cap="none" spc="0" normalizeH="0" baseline="0" noProof="0" dirty="0">
                <a:ln>
                  <a:noFill/>
                </a:ln>
                <a:solidFill>
                  <a:schemeClr val="accent1"/>
                </a:solidFill>
                <a:effectLst/>
                <a:uLnTx/>
                <a:uFillTx/>
                <a:latin typeface="Calibri" panose="020F0502020204030204" pitchFamily="34" charset="0"/>
                <a:cs typeface="Arial" panose="020B0604020202020204" pitchFamily="34" charset="0"/>
              </a:rPr>
              <a:t>Known as VDB</a:t>
            </a:r>
          </a:p>
        </p:txBody>
      </p:sp>
    </p:spTree>
    <p:extLst>
      <p:ext uri="{BB962C8B-B14F-4D97-AF65-F5344CB8AC3E}">
        <p14:creationId xmlns:p14="http://schemas.microsoft.com/office/powerpoint/2010/main" val="1209318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stCondLst>
                                            <p:cond delay="0"/>
                                          </p:stCondLst>
                                        </p:cTn>
                                        <p:tgtEl>
                                          <p:spTgt spid="5">
                                            <p:txEl>
                                              <p:pRg st="0" end="0"/>
                                            </p:txEl>
                                          </p:spTgt>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fade">
                                      <p:cBhvr>
                                        <p:cTn id="11" dur="1000">
                                          <p:stCondLst>
                                            <p:cond delay="0"/>
                                          </p:stCondLst>
                                        </p:cTn>
                                        <p:tgtEl>
                                          <p:spTgt spid="5">
                                            <p:txEl>
                                              <p:pRg st="1" end="1"/>
                                            </p:txEl>
                                          </p:spTgt>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1000">
                                          <p:stCondLst>
                                            <p:cond delay="0"/>
                                          </p:stCondLst>
                                        </p:cTn>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E9069-E097-F63D-F0BE-B72CD026B3A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AA4180B-C9D4-ED30-F667-EA1359AFB222}"/>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6B4E4736-CC5B-9E54-41E5-033F7BE19CC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B5743DA4-F8BF-3CED-D5F8-F4E9FB85B863}"/>
              </a:ext>
            </a:extLst>
          </p:cNvPr>
          <p:cNvSpPr>
            <a:spLocks noChangeArrowheads="1"/>
          </p:cNvSpPr>
          <p:nvPr>
            <p:custDataLst>
              <p:tags r:id="R126fec2b3ed24403"/>
            </p:custDataLst>
          </p:nvPr>
        </p:nvSpPr>
        <p:spPr bwMode="auto">
          <a:xfrm>
            <a:off x="354577" y="1201274"/>
            <a:ext cx="5912659" cy="1048765"/>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Voltage divider bias</a:t>
            </a:r>
          </a:p>
        </p:txBody>
      </p:sp>
      <p:pic>
        <p:nvPicPr>
          <p:cNvPr id="75" name="Picture 74">
            <a:extLst>
              <a:ext uri="{FF2B5EF4-FFF2-40B4-BE49-F238E27FC236}">
                <a16:creationId xmlns:a16="http://schemas.microsoft.com/office/drawing/2014/main" id="{38ED72A9-BE17-3EF7-43E7-2A3D977B26AB}"/>
              </a:ext>
            </a:extLst>
          </p:cNvPr>
          <p:cNvPicPr>
            <a:picLocks noChangeAspect="1"/>
          </p:cNvPicPr>
          <p:nvPr/>
        </p:nvPicPr>
        <p:blipFill>
          <a:blip r:embed="R124ec4feae0c4ba7"/>
          <a:stretch>
            <a:fillRect/>
          </a:stretch>
        </p:blipFill>
        <p:spPr>
          <a:xfrm>
            <a:off x="1438382" y="2427737"/>
            <a:ext cx="6215865" cy="3726484"/>
          </a:xfrm>
          <a:prstGeom prst="rect">
            <a:avLst/>
          </a:prstGeom>
        </p:spPr>
      </p:pic>
    </p:spTree>
    <p:extLst>
      <p:ext uri="{BB962C8B-B14F-4D97-AF65-F5344CB8AC3E}">
        <p14:creationId xmlns:p14="http://schemas.microsoft.com/office/powerpoint/2010/main" val="77625537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A7B6A-9111-7077-B78A-B6B64DD43F4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5A28431-5A16-D66D-0E54-5C23D1ADE462}"/>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E51497E7-6794-6031-275E-389841FC2E6F}"/>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ED4CE456-3BB8-09F4-893B-D155EF003054}"/>
              </a:ext>
            </a:extLst>
          </p:cNvPr>
          <p:cNvSpPr>
            <a:spLocks noChangeArrowheads="1"/>
          </p:cNvSpPr>
          <p:nvPr>
            <p:custDataLst>
              <p:tags r:id="Rd0e97306be8e48d5"/>
            </p:custDataLst>
          </p:nvPr>
        </p:nvSpPr>
        <p:spPr bwMode="auto">
          <a:xfrm>
            <a:off x="354577" y="1201274"/>
            <a:ext cx="5912659" cy="1048765"/>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Voltage divider bias</a:t>
            </a:r>
          </a:p>
        </p:txBody>
      </p:sp>
      <p:sp>
        <p:nvSpPr>
          <p:cNvPr id="3" name="Text Box 66">
            <a:extLst>
              <a:ext uri="{FF2B5EF4-FFF2-40B4-BE49-F238E27FC236}">
                <a16:creationId xmlns:a16="http://schemas.microsoft.com/office/drawing/2014/main" id="{B22BBC0B-1526-AACF-F50D-9BD276DECFC7}"/>
              </a:ext>
            </a:extLst>
          </p:cNvPr>
          <p:cNvSpPr txBox="1">
            <a:spLocks noChangeArrowheads="1"/>
          </p:cNvSpPr>
          <p:nvPr/>
        </p:nvSpPr>
        <p:spPr bwMode="auto">
          <a:xfrm>
            <a:off x="354577" y="2427736"/>
            <a:ext cx="209365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altLang="en-US" sz="2200" b="1" dirty="0">
                <a:solidFill>
                  <a:srgbClr val="FF0000"/>
                </a:solidFill>
                <a:latin typeface="+mn-lt"/>
              </a:rPr>
              <a:t>Divider analysis:</a:t>
            </a:r>
          </a:p>
        </p:txBody>
      </p:sp>
      <p:sp>
        <p:nvSpPr>
          <p:cNvPr id="5" name="Text Box 67">
            <a:extLst>
              <a:ext uri="{FF2B5EF4-FFF2-40B4-BE49-F238E27FC236}">
                <a16:creationId xmlns:a16="http://schemas.microsoft.com/office/drawing/2014/main" id="{89DD7848-020A-7C79-BFF0-1ADC09196E25}"/>
              </a:ext>
            </a:extLst>
          </p:cNvPr>
          <p:cNvSpPr txBox="1">
            <a:spLocks noChangeArrowheads="1"/>
          </p:cNvSpPr>
          <p:nvPr/>
        </p:nvSpPr>
        <p:spPr bwMode="auto">
          <a:xfrm>
            <a:off x="1203325" y="3984625"/>
            <a:ext cx="1054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altLang="en-US" sz="2800" b="1" dirty="0">
                <a:solidFill>
                  <a:schemeClr val="accent2"/>
                </a:solidFill>
                <a:latin typeface="Times New Roman" panose="02020603050405020304" pitchFamily="18" charset="0"/>
              </a:rPr>
              <a:t>V</a:t>
            </a:r>
            <a:r>
              <a:rPr lang="en-US" altLang="en-US" sz="2800" b="1" baseline="-25000" dirty="0">
                <a:solidFill>
                  <a:schemeClr val="accent2"/>
                </a:solidFill>
                <a:latin typeface="Times New Roman" panose="02020603050405020304" pitchFamily="18" charset="0"/>
              </a:rPr>
              <a:t>BB</a:t>
            </a:r>
            <a:r>
              <a:rPr lang="en-US" altLang="en-US" sz="2800" b="1" dirty="0">
                <a:solidFill>
                  <a:schemeClr val="accent2"/>
                </a:solidFill>
                <a:latin typeface="Times New Roman" panose="02020603050405020304" pitchFamily="18" charset="0"/>
              </a:rPr>
              <a:t> =</a:t>
            </a:r>
          </a:p>
        </p:txBody>
      </p:sp>
      <p:sp>
        <p:nvSpPr>
          <p:cNvPr id="6" name="Text Box 68">
            <a:extLst>
              <a:ext uri="{FF2B5EF4-FFF2-40B4-BE49-F238E27FC236}">
                <a16:creationId xmlns:a16="http://schemas.microsoft.com/office/drawing/2014/main" id="{B74C121F-E799-4241-9932-89524B1036D6}"/>
              </a:ext>
            </a:extLst>
          </p:cNvPr>
          <p:cNvSpPr txBox="1">
            <a:spLocks noChangeArrowheads="1"/>
          </p:cNvSpPr>
          <p:nvPr/>
        </p:nvSpPr>
        <p:spPr bwMode="auto">
          <a:xfrm>
            <a:off x="2624137" y="3743367"/>
            <a:ext cx="561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altLang="en-US" sz="2800" b="1" dirty="0">
                <a:solidFill>
                  <a:schemeClr val="accent2"/>
                </a:solidFill>
                <a:latin typeface="Times New Roman" panose="02020603050405020304" pitchFamily="18" charset="0"/>
              </a:rPr>
              <a:t>R</a:t>
            </a:r>
            <a:r>
              <a:rPr lang="en-US" altLang="en-US" sz="2800" b="1" baseline="-25000" dirty="0">
                <a:solidFill>
                  <a:schemeClr val="accent2"/>
                </a:solidFill>
                <a:latin typeface="Times New Roman" panose="02020603050405020304" pitchFamily="18" charset="0"/>
              </a:rPr>
              <a:t>2</a:t>
            </a:r>
            <a:endParaRPr lang="en-US" altLang="en-US" sz="2800" b="1" dirty="0">
              <a:solidFill>
                <a:schemeClr val="accent2"/>
              </a:solidFill>
              <a:latin typeface="Times New Roman" panose="02020603050405020304" pitchFamily="18" charset="0"/>
            </a:endParaRPr>
          </a:p>
        </p:txBody>
      </p:sp>
      <p:sp>
        <p:nvSpPr>
          <p:cNvPr id="7" name="Line 70">
            <a:extLst>
              <a:ext uri="{FF2B5EF4-FFF2-40B4-BE49-F238E27FC236}">
                <a16:creationId xmlns:a16="http://schemas.microsoft.com/office/drawing/2014/main" id="{7C502477-8AE9-553B-9B8E-2C18B5022B1D}"/>
              </a:ext>
            </a:extLst>
          </p:cNvPr>
          <p:cNvSpPr>
            <a:spLocks noChangeShapeType="1"/>
          </p:cNvSpPr>
          <p:nvPr/>
        </p:nvSpPr>
        <p:spPr bwMode="auto">
          <a:xfrm>
            <a:off x="2257425" y="4308028"/>
            <a:ext cx="1295400"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IN" dirty="0"/>
          </a:p>
        </p:txBody>
      </p:sp>
      <p:sp>
        <p:nvSpPr>
          <p:cNvPr id="8" name="Text Box 69">
            <a:extLst>
              <a:ext uri="{FF2B5EF4-FFF2-40B4-BE49-F238E27FC236}">
                <a16:creationId xmlns:a16="http://schemas.microsoft.com/office/drawing/2014/main" id="{264B7EF9-D2CF-7A12-4E89-DE0A47EBC6EB}"/>
              </a:ext>
            </a:extLst>
          </p:cNvPr>
          <p:cNvSpPr txBox="1">
            <a:spLocks noChangeArrowheads="1"/>
          </p:cNvSpPr>
          <p:nvPr/>
        </p:nvSpPr>
        <p:spPr bwMode="auto">
          <a:xfrm>
            <a:off x="2301911" y="4326326"/>
            <a:ext cx="1320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altLang="en-US" sz="2800" b="1" dirty="0">
                <a:solidFill>
                  <a:schemeClr val="accent2"/>
                </a:solidFill>
                <a:latin typeface="Times New Roman" panose="02020603050405020304" pitchFamily="18" charset="0"/>
              </a:rPr>
              <a:t>R</a:t>
            </a:r>
            <a:r>
              <a:rPr lang="en-US" altLang="en-US" sz="2800" b="1" baseline="-25000" dirty="0">
                <a:solidFill>
                  <a:schemeClr val="accent2"/>
                </a:solidFill>
                <a:latin typeface="Times New Roman" panose="02020603050405020304" pitchFamily="18" charset="0"/>
              </a:rPr>
              <a:t>1</a:t>
            </a:r>
            <a:r>
              <a:rPr lang="en-US" altLang="en-US" sz="2800" b="1" dirty="0">
                <a:solidFill>
                  <a:schemeClr val="accent2"/>
                </a:solidFill>
                <a:latin typeface="Times New Roman" panose="02020603050405020304" pitchFamily="18" charset="0"/>
              </a:rPr>
              <a:t> + R</a:t>
            </a:r>
            <a:r>
              <a:rPr lang="en-US" altLang="en-US" sz="2800" b="1" baseline="-25000" dirty="0">
                <a:solidFill>
                  <a:schemeClr val="accent2"/>
                </a:solidFill>
                <a:latin typeface="Times New Roman" panose="02020603050405020304" pitchFamily="18" charset="0"/>
              </a:rPr>
              <a:t>2</a:t>
            </a:r>
            <a:endParaRPr lang="en-US" altLang="en-US" sz="2800" b="1" dirty="0">
              <a:solidFill>
                <a:schemeClr val="accent2"/>
              </a:solidFill>
              <a:latin typeface="Times New Roman" panose="02020603050405020304" pitchFamily="18" charset="0"/>
            </a:endParaRPr>
          </a:p>
        </p:txBody>
      </p:sp>
      <p:sp>
        <p:nvSpPr>
          <p:cNvPr id="9" name="Text Box 71">
            <a:extLst>
              <a:ext uri="{FF2B5EF4-FFF2-40B4-BE49-F238E27FC236}">
                <a16:creationId xmlns:a16="http://schemas.microsoft.com/office/drawing/2014/main" id="{3E76B364-C0A9-DEDA-3A51-E0375872A997}"/>
              </a:ext>
            </a:extLst>
          </p:cNvPr>
          <p:cNvSpPr txBox="1">
            <a:spLocks noChangeArrowheads="1"/>
          </p:cNvSpPr>
          <p:nvPr/>
        </p:nvSpPr>
        <p:spPr bwMode="auto">
          <a:xfrm>
            <a:off x="3597311" y="4002923"/>
            <a:ext cx="790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altLang="en-US" sz="2800" b="1" dirty="0">
                <a:solidFill>
                  <a:schemeClr val="accent2"/>
                </a:solidFill>
                <a:latin typeface="Times New Roman" panose="02020603050405020304" pitchFamily="18" charset="0"/>
              </a:rPr>
              <a:t>V</a:t>
            </a:r>
            <a:r>
              <a:rPr lang="en-US" altLang="en-US" sz="2800" b="1" baseline="-25000" dirty="0">
                <a:solidFill>
                  <a:schemeClr val="accent2"/>
                </a:solidFill>
                <a:latin typeface="Times New Roman" panose="02020603050405020304" pitchFamily="18" charset="0"/>
              </a:rPr>
              <a:t>CC</a:t>
            </a:r>
            <a:endParaRPr lang="en-US" altLang="en-US" sz="2800" b="1" dirty="0">
              <a:solidFill>
                <a:schemeClr val="accent2"/>
              </a:solidFill>
              <a:latin typeface="Times New Roman" panose="02020603050405020304" pitchFamily="18" charset="0"/>
            </a:endParaRPr>
          </a:p>
        </p:txBody>
      </p:sp>
      <p:sp>
        <p:nvSpPr>
          <p:cNvPr id="10" name="Text Box 72">
            <a:extLst>
              <a:ext uri="{FF2B5EF4-FFF2-40B4-BE49-F238E27FC236}">
                <a16:creationId xmlns:a16="http://schemas.microsoft.com/office/drawing/2014/main" id="{F95B8936-C0F6-F540-E895-1DABAF9BE87C}"/>
              </a:ext>
            </a:extLst>
          </p:cNvPr>
          <p:cNvSpPr txBox="1">
            <a:spLocks noChangeArrowheads="1"/>
          </p:cNvSpPr>
          <p:nvPr/>
        </p:nvSpPr>
        <p:spPr bwMode="auto">
          <a:xfrm>
            <a:off x="827069" y="4899451"/>
            <a:ext cx="3981218"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r>
              <a:rPr lang="en-US" altLang="en-US" sz="2200" b="1" dirty="0">
                <a:solidFill>
                  <a:srgbClr val="00CC00"/>
                </a:solidFill>
                <a:latin typeface="+mn-lt"/>
              </a:rPr>
              <a:t>ASSUMPTION:  The </a:t>
            </a:r>
            <a:r>
              <a:rPr lang="en-US" altLang="en-US" sz="2200" b="1" u="sng" dirty="0">
                <a:solidFill>
                  <a:srgbClr val="00CC00"/>
                </a:solidFill>
                <a:latin typeface="+mn-lt"/>
              </a:rPr>
              <a:t>base</a:t>
            </a:r>
            <a:r>
              <a:rPr lang="en-US" altLang="en-US" sz="2200" b="1" dirty="0">
                <a:solidFill>
                  <a:srgbClr val="00CC00"/>
                </a:solidFill>
                <a:latin typeface="+mn-lt"/>
              </a:rPr>
              <a:t> </a:t>
            </a:r>
          </a:p>
          <a:p>
            <a:pPr algn="ctr">
              <a:spcBef>
                <a:spcPct val="0"/>
              </a:spcBef>
              <a:buFontTx/>
              <a:buNone/>
            </a:pPr>
            <a:r>
              <a:rPr lang="en-US" altLang="en-US" sz="2200" b="1" dirty="0">
                <a:solidFill>
                  <a:srgbClr val="00CC00"/>
                </a:solidFill>
                <a:latin typeface="+mn-lt"/>
              </a:rPr>
              <a:t>current is normally </a:t>
            </a:r>
            <a:r>
              <a:rPr lang="en-US" altLang="en-US" sz="2200" b="1" u="sng" dirty="0">
                <a:solidFill>
                  <a:srgbClr val="00CC00"/>
                </a:solidFill>
                <a:latin typeface="+mn-lt"/>
              </a:rPr>
              <a:t>much </a:t>
            </a:r>
          </a:p>
          <a:p>
            <a:pPr algn="ctr">
              <a:spcBef>
                <a:spcPct val="0"/>
              </a:spcBef>
              <a:buFontTx/>
              <a:buNone/>
            </a:pPr>
            <a:r>
              <a:rPr lang="en-US" altLang="en-US" sz="2200" b="1" u="sng" dirty="0">
                <a:solidFill>
                  <a:srgbClr val="00CC00"/>
                </a:solidFill>
                <a:latin typeface="+mn-lt"/>
              </a:rPr>
              <a:t>smaller</a:t>
            </a:r>
            <a:r>
              <a:rPr lang="en-US" altLang="en-US" sz="2200" b="1" dirty="0">
                <a:solidFill>
                  <a:srgbClr val="00CC00"/>
                </a:solidFill>
                <a:latin typeface="+mn-lt"/>
              </a:rPr>
              <a:t> than the divider current.</a:t>
            </a:r>
          </a:p>
        </p:txBody>
      </p:sp>
      <p:pic>
        <p:nvPicPr>
          <p:cNvPr id="12" name="Picture 11">
            <a:extLst>
              <a:ext uri="{FF2B5EF4-FFF2-40B4-BE49-F238E27FC236}">
                <a16:creationId xmlns:a16="http://schemas.microsoft.com/office/drawing/2014/main" id="{4EF35B81-954F-3677-8133-7DE1C6FC8C1E}"/>
              </a:ext>
            </a:extLst>
          </p:cNvPr>
          <p:cNvPicPr>
            <a:picLocks noChangeAspect="1"/>
          </p:cNvPicPr>
          <p:nvPr/>
        </p:nvPicPr>
        <p:blipFill>
          <a:blip r:embed="R9724bb89d03840e4"/>
          <a:stretch>
            <a:fillRect/>
          </a:stretch>
        </p:blipFill>
        <p:spPr>
          <a:xfrm>
            <a:off x="5727772" y="2427736"/>
            <a:ext cx="2625118" cy="3551821"/>
          </a:xfrm>
          <a:prstGeom prst="rect">
            <a:avLst/>
          </a:prstGeom>
        </p:spPr>
      </p:pic>
    </p:spTree>
    <p:extLst>
      <p:ext uri="{BB962C8B-B14F-4D97-AF65-F5344CB8AC3E}">
        <p14:creationId xmlns:p14="http://schemas.microsoft.com/office/powerpoint/2010/main" val="1061632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6"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2" presetClass="entr" presetSubtype="8"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par>
                          <p:cTn id="18" fill="hold">
                            <p:stCondLst>
                              <p:cond delay="1500"/>
                            </p:stCondLst>
                            <p:childTnLst>
                              <p:par>
                                <p:cTn id="19" presetID="2" presetClass="entr" presetSubtype="2"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1+#ppt_w/2"/>
                                          </p:val>
                                        </p:tav>
                                        <p:tav tm="100000">
                                          <p:val>
                                            <p:strVal val="#ppt_x"/>
                                          </p:val>
                                        </p:tav>
                                      </p:tavLst>
                                    </p:anim>
                                    <p:anim calcmode="lin" valueType="num">
                                      <p:cBhvr additive="base">
                                        <p:cTn id="22" dur="500" fill="hold"/>
                                        <p:tgtEl>
                                          <p:spTgt spid="8"/>
                                        </p:tgtEl>
                                        <p:attrNameLst>
                                          <p:attrName>ppt_y</p:attrName>
                                        </p:attrNameLst>
                                      </p:cBhvr>
                                      <p:tavLst>
                                        <p:tav tm="0">
                                          <p:val>
                                            <p:strVal val="#ppt_y"/>
                                          </p:val>
                                        </p:tav>
                                        <p:tav tm="100000">
                                          <p:val>
                                            <p:strVal val="#ppt_y"/>
                                          </p:val>
                                        </p:tav>
                                      </p:tavLst>
                                    </p:anim>
                                  </p:childTnLst>
                                </p:cTn>
                              </p:par>
                            </p:childTnLst>
                          </p:cTn>
                        </p:par>
                        <p:par>
                          <p:cTn id="23" fill="hold">
                            <p:stCondLst>
                              <p:cond delay="2000"/>
                            </p:stCondLst>
                            <p:childTnLst>
                              <p:par>
                                <p:cTn id="24" presetID="2" presetClass="entr" presetSubtype="3" fill="hold" nodeType="after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1+#ppt_w/2"/>
                                          </p:val>
                                        </p:tav>
                                        <p:tav tm="100000">
                                          <p:val>
                                            <p:strVal val="#ppt_x"/>
                                          </p:val>
                                        </p:tav>
                                      </p:tavLst>
                                    </p:anim>
                                    <p:anim calcmode="lin" valueType="num">
                                      <p:cBhvr additive="base">
                                        <p:cTn id="27" dur="500" fill="hold"/>
                                        <p:tgtEl>
                                          <p:spTgt spid="9"/>
                                        </p:tgtEl>
                                        <p:attrNameLst>
                                          <p:attrName>ppt_y</p:attrName>
                                        </p:attrNameLst>
                                      </p:cBhvr>
                                      <p:tavLst>
                                        <p:tav tm="0">
                                          <p:val>
                                            <p:strVal val="0-#ppt_h/2"/>
                                          </p:val>
                                        </p:tav>
                                        <p:tav tm="100000">
                                          <p:val>
                                            <p:strVal val="#ppt_y"/>
                                          </p:val>
                                        </p:tav>
                                      </p:tavLst>
                                    </p:anim>
                                  </p:childTnLst>
                                </p:cTn>
                              </p:par>
                            </p:childTnLst>
                          </p:cTn>
                        </p:par>
                        <p:par>
                          <p:cTn id="28" fill="hold">
                            <p:stCondLst>
                              <p:cond delay="2500"/>
                            </p:stCondLst>
                            <p:childTnLst>
                              <p:par>
                                <p:cTn id="29" presetID="15" presetClass="entr" presetSubtype="0" fill="hold" nodeType="after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p:cTn id="31" dur="1000" fill="hold"/>
                                        <p:tgtEl>
                                          <p:spTgt spid="10"/>
                                        </p:tgtEl>
                                        <p:attrNameLst>
                                          <p:attrName>ppt_w</p:attrName>
                                        </p:attrNameLst>
                                      </p:cBhvr>
                                      <p:tavLst>
                                        <p:tav tm="0">
                                          <p:val>
                                            <p:fltVal val="0"/>
                                          </p:val>
                                        </p:tav>
                                        <p:tav tm="100000">
                                          <p:val>
                                            <p:strVal val="#ppt_w"/>
                                          </p:val>
                                        </p:tav>
                                      </p:tavLst>
                                    </p:anim>
                                    <p:anim calcmode="lin" valueType="num">
                                      <p:cBhvr>
                                        <p:cTn id="32" dur="1000" fill="hold"/>
                                        <p:tgtEl>
                                          <p:spTgt spid="10"/>
                                        </p:tgtEl>
                                        <p:attrNameLst>
                                          <p:attrName>ppt_h</p:attrName>
                                        </p:attrNameLst>
                                      </p:cBhvr>
                                      <p:tavLst>
                                        <p:tav tm="0">
                                          <p:val>
                                            <p:fltVal val="0"/>
                                          </p:val>
                                        </p:tav>
                                        <p:tav tm="100000">
                                          <p:val>
                                            <p:strVal val="#ppt_h"/>
                                          </p:val>
                                        </p:tav>
                                      </p:tavLst>
                                    </p:anim>
                                    <p:anim calcmode="lin" valueType="num">
                                      <p:cBhvr>
                                        <p:cTn id="33"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8" grpId="0" autoUpdateAnimBg="0"/>
      <p:bldP spid="9" grpId="0" autoUpdateAnimBg="0"/>
      <p:bldP spid="10" grpId="0"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2FBAB-8F94-98F7-320D-EE99E28FA87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BE58B36-E165-353A-78A4-74A79504CF1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7C394749-92DF-2F0E-F9EA-B67AD52F82AE}"/>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7">
            <a:extLst>
              <a:ext uri="{FF2B5EF4-FFF2-40B4-BE49-F238E27FC236}">
                <a16:creationId xmlns:a16="http://schemas.microsoft.com/office/drawing/2014/main" id="{918B6C0A-7D8B-6583-5611-F744BA09D1F8}"/>
              </a:ext>
            </a:extLst>
          </p:cNvPr>
          <p:cNvSpPr>
            <a:spLocks noChangeArrowheads="1"/>
          </p:cNvSpPr>
          <p:nvPr>
            <p:custDataLst>
              <p:tags r:id="R4bfc7476dbb04e17"/>
            </p:custDataLst>
          </p:nvPr>
        </p:nvSpPr>
        <p:spPr bwMode="auto">
          <a:xfrm>
            <a:off x="354577" y="1201274"/>
            <a:ext cx="5912659" cy="1048765"/>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Voltage divider bias</a:t>
            </a:r>
          </a:p>
        </p:txBody>
      </p:sp>
      <p:sp>
        <p:nvSpPr>
          <p:cNvPr id="11" name="Text Box 77">
            <a:extLst>
              <a:ext uri="{FF2B5EF4-FFF2-40B4-BE49-F238E27FC236}">
                <a16:creationId xmlns:a16="http://schemas.microsoft.com/office/drawing/2014/main" id="{BCEADE69-AB82-A41E-B667-3D1F7AB0B780}"/>
              </a:ext>
            </a:extLst>
          </p:cNvPr>
          <p:cNvSpPr txBox="1">
            <a:spLocks noChangeArrowheads="1"/>
          </p:cNvSpPr>
          <p:nvPr/>
        </p:nvSpPr>
        <p:spPr bwMode="auto">
          <a:xfrm>
            <a:off x="354577" y="2427736"/>
            <a:ext cx="568007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altLang="en-US" sz="2200" b="1" dirty="0">
                <a:solidFill>
                  <a:srgbClr val="FF0000"/>
                </a:solidFill>
                <a:latin typeface="+mn-lt"/>
              </a:rPr>
              <a:t>Now the circuit can be viewed this way:</a:t>
            </a:r>
          </a:p>
        </p:txBody>
      </p:sp>
      <p:sp>
        <p:nvSpPr>
          <p:cNvPr id="14" name="Text Box 76">
            <a:extLst>
              <a:ext uri="{FF2B5EF4-FFF2-40B4-BE49-F238E27FC236}">
                <a16:creationId xmlns:a16="http://schemas.microsoft.com/office/drawing/2014/main" id="{6ACCCF79-8932-E117-F650-44971AEDAC28}"/>
              </a:ext>
            </a:extLst>
          </p:cNvPr>
          <p:cNvSpPr txBox="1">
            <a:spLocks noChangeArrowheads="1"/>
          </p:cNvSpPr>
          <p:nvPr/>
        </p:nvSpPr>
        <p:spPr bwMode="auto">
          <a:xfrm>
            <a:off x="354577" y="3565974"/>
            <a:ext cx="313335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altLang="en-US" sz="2200" b="1" dirty="0">
                <a:solidFill>
                  <a:schemeClr val="accent2"/>
                </a:solidFill>
                <a:latin typeface="+mn-lt"/>
              </a:rPr>
              <a:t>To complete the analysis:</a:t>
            </a:r>
          </a:p>
        </p:txBody>
      </p:sp>
      <p:sp>
        <p:nvSpPr>
          <p:cNvPr id="15" name="Text Box 67">
            <a:extLst>
              <a:ext uri="{FF2B5EF4-FFF2-40B4-BE49-F238E27FC236}">
                <a16:creationId xmlns:a16="http://schemas.microsoft.com/office/drawing/2014/main" id="{6807CAB0-BCA8-9620-685D-FF28EF59BC32}"/>
              </a:ext>
            </a:extLst>
          </p:cNvPr>
          <p:cNvSpPr txBox="1">
            <a:spLocks noChangeArrowheads="1"/>
          </p:cNvSpPr>
          <p:nvPr/>
        </p:nvSpPr>
        <p:spPr bwMode="auto">
          <a:xfrm>
            <a:off x="1652816" y="4272564"/>
            <a:ext cx="62068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altLang="en-US" sz="2200" b="1" dirty="0">
                <a:solidFill>
                  <a:schemeClr val="accent2"/>
                </a:solidFill>
                <a:latin typeface="+mn-lt"/>
              </a:rPr>
              <a:t>I</a:t>
            </a:r>
            <a:r>
              <a:rPr lang="en-US" altLang="en-US" sz="2200" b="1" baseline="-25000" dirty="0">
                <a:solidFill>
                  <a:schemeClr val="accent2"/>
                </a:solidFill>
                <a:latin typeface="+mn-lt"/>
              </a:rPr>
              <a:t>E</a:t>
            </a:r>
            <a:r>
              <a:rPr lang="en-US" altLang="en-US" sz="2200" b="1" dirty="0">
                <a:solidFill>
                  <a:schemeClr val="accent2"/>
                </a:solidFill>
                <a:latin typeface="+mn-lt"/>
              </a:rPr>
              <a:t>  =</a:t>
            </a:r>
          </a:p>
        </p:txBody>
      </p:sp>
      <p:sp>
        <p:nvSpPr>
          <p:cNvPr id="16" name="Text Box 68">
            <a:extLst>
              <a:ext uri="{FF2B5EF4-FFF2-40B4-BE49-F238E27FC236}">
                <a16:creationId xmlns:a16="http://schemas.microsoft.com/office/drawing/2014/main" id="{6C4142CE-29CD-20E2-D43B-246B291C3F0F}"/>
              </a:ext>
            </a:extLst>
          </p:cNvPr>
          <p:cNvSpPr txBox="1">
            <a:spLocks noChangeArrowheads="1"/>
          </p:cNvSpPr>
          <p:nvPr/>
        </p:nvSpPr>
        <p:spPr bwMode="auto">
          <a:xfrm>
            <a:off x="2619772" y="3984197"/>
            <a:ext cx="126829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altLang="en-US" sz="2200" b="1" dirty="0">
                <a:solidFill>
                  <a:schemeClr val="accent2"/>
                </a:solidFill>
                <a:latin typeface="+mn-lt"/>
              </a:rPr>
              <a:t>V</a:t>
            </a:r>
            <a:r>
              <a:rPr lang="en-US" altLang="en-US" sz="2200" b="1" baseline="-25000" dirty="0">
                <a:solidFill>
                  <a:schemeClr val="accent2"/>
                </a:solidFill>
                <a:latin typeface="+mn-lt"/>
              </a:rPr>
              <a:t>BB</a:t>
            </a:r>
            <a:r>
              <a:rPr lang="en-US" altLang="en-US" b="1" dirty="0">
                <a:solidFill>
                  <a:schemeClr val="accent2"/>
                </a:solidFill>
                <a:latin typeface="Times New Roman" panose="02020603050405020304" pitchFamily="18" charset="0"/>
              </a:rPr>
              <a:t> - </a:t>
            </a:r>
            <a:r>
              <a:rPr lang="en-US" altLang="en-US" sz="2200" b="1" dirty="0">
                <a:solidFill>
                  <a:schemeClr val="accent2"/>
                </a:solidFill>
                <a:latin typeface="+mn-lt"/>
              </a:rPr>
              <a:t>V</a:t>
            </a:r>
            <a:r>
              <a:rPr lang="en-US" altLang="en-US" sz="2200" b="1" baseline="-25000" dirty="0">
                <a:solidFill>
                  <a:schemeClr val="accent2"/>
                </a:solidFill>
                <a:latin typeface="+mn-lt"/>
              </a:rPr>
              <a:t>BE</a:t>
            </a:r>
            <a:endParaRPr lang="en-US" altLang="en-US" sz="2200" b="1" dirty="0">
              <a:solidFill>
                <a:schemeClr val="accent2"/>
              </a:solidFill>
              <a:latin typeface="+mn-lt"/>
            </a:endParaRPr>
          </a:p>
        </p:txBody>
      </p:sp>
      <p:sp>
        <p:nvSpPr>
          <p:cNvPr id="17" name="Line 70">
            <a:extLst>
              <a:ext uri="{FF2B5EF4-FFF2-40B4-BE49-F238E27FC236}">
                <a16:creationId xmlns:a16="http://schemas.microsoft.com/office/drawing/2014/main" id="{161B18F9-3035-CBC7-7C5C-FE651687EA26}"/>
              </a:ext>
            </a:extLst>
          </p:cNvPr>
          <p:cNvSpPr>
            <a:spLocks noChangeShapeType="1"/>
          </p:cNvSpPr>
          <p:nvPr/>
        </p:nvSpPr>
        <p:spPr bwMode="auto">
          <a:xfrm>
            <a:off x="2642164" y="4563635"/>
            <a:ext cx="1600200"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 name="Text Box 69">
            <a:extLst>
              <a:ext uri="{FF2B5EF4-FFF2-40B4-BE49-F238E27FC236}">
                <a16:creationId xmlns:a16="http://schemas.microsoft.com/office/drawing/2014/main" id="{17EC74D1-FE78-A41C-D97C-FC726423A2F6}"/>
              </a:ext>
            </a:extLst>
          </p:cNvPr>
          <p:cNvSpPr txBox="1">
            <a:spLocks noChangeArrowheads="1"/>
          </p:cNvSpPr>
          <p:nvPr/>
        </p:nvSpPr>
        <p:spPr bwMode="auto">
          <a:xfrm>
            <a:off x="3202384" y="4562283"/>
            <a:ext cx="43473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altLang="en-US" sz="2200" b="1" dirty="0">
                <a:solidFill>
                  <a:schemeClr val="accent2"/>
                </a:solidFill>
                <a:latin typeface="+mn-lt"/>
              </a:rPr>
              <a:t>R</a:t>
            </a:r>
            <a:r>
              <a:rPr lang="en-US" altLang="en-US" sz="2200" b="1" baseline="-25000" dirty="0">
                <a:solidFill>
                  <a:schemeClr val="accent2"/>
                </a:solidFill>
                <a:latin typeface="+mn-lt"/>
              </a:rPr>
              <a:t>E</a:t>
            </a:r>
            <a:endParaRPr lang="en-US" altLang="en-US" sz="2200" b="1" dirty="0">
              <a:solidFill>
                <a:schemeClr val="accent2"/>
              </a:solidFill>
              <a:latin typeface="+mn-lt"/>
            </a:endParaRPr>
          </a:p>
        </p:txBody>
      </p:sp>
      <p:sp>
        <p:nvSpPr>
          <p:cNvPr id="19" name="Text Box 73">
            <a:extLst>
              <a:ext uri="{FF2B5EF4-FFF2-40B4-BE49-F238E27FC236}">
                <a16:creationId xmlns:a16="http://schemas.microsoft.com/office/drawing/2014/main" id="{DE6651F6-1C41-B0C7-68E7-57034E2A9250}"/>
              </a:ext>
            </a:extLst>
          </p:cNvPr>
          <p:cNvSpPr txBox="1">
            <a:spLocks noChangeArrowheads="1"/>
          </p:cNvSpPr>
          <p:nvPr/>
        </p:nvSpPr>
        <p:spPr bwMode="auto">
          <a:xfrm>
            <a:off x="852345" y="4852002"/>
            <a:ext cx="79861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altLang="en-US" sz="2200" b="1" dirty="0">
                <a:solidFill>
                  <a:schemeClr val="accent2"/>
                </a:solidFill>
                <a:latin typeface="+mn-lt"/>
              </a:rPr>
              <a:t>I</a:t>
            </a:r>
            <a:r>
              <a:rPr lang="en-US" altLang="en-US" sz="2200" b="1" baseline="-25000" dirty="0">
                <a:solidFill>
                  <a:schemeClr val="accent2"/>
                </a:solidFill>
                <a:latin typeface="+mn-lt"/>
              </a:rPr>
              <a:t>C</a:t>
            </a:r>
            <a:r>
              <a:rPr lang="en-US" altLang="en-US" sz="2200" b="1" baseline="-25000" dirty="0">
                <a:solidFill>
                  <a:schemeClr val="accent2"/>
                </a:solidFill>
                <a:latin typeface="Times New Roman" panose="02020603050405020304" pitchFamily="18" charset="0"/>
              </a:rPr>
              <a:t> </a:t>
            </a:r>
            <a:r>
              <a:rPr lang="en-US" altLang="en-US" sz="2200" b="1" dirty="0">
                <a:solidFill>
                  <a:schemeClr val="accent2"/>
                </a:solidFill>
                <a:latin typeface="Symbol" panose="05050102010706020507" pitchFamily="18" charset="2"/>
              </a:rPr>
              <a:t>@</a:t>
            </a:r>
            <a:r>
              <a:rPr lang="en-US" altLang="en-US" sz="2200" b="1" dirty="0">
                <a:solidFill>
                  <a:schemeClr val="accent2"/>
                </a:solidFill>
                <a:latin typeface="Times New Roman" panose="02020603050405020304" pitchFamily="18" charset="0"/>
              </a:rPr>
              <a:t> </a:t>
            </a:r>
            <a:r>
              <a:rPr lang="en-US" altLang="en-US" sz="2200" b="1" dirty="0">
                <a:solidFill>
                  <a:schemeClr val="accent2"/>
                </a:solidFill>
                <a:latin typeface="+mn-lt"/>
              </a:rPr>
              <a:t>I</a:t>
            </a:r>
            <a:r>
              <a:rPr lang="en-US" altLang="en-US" sz="2200" b="1" baseline="-25000" dirty="0">
                <a:solidFill>
                  <a:schemeClr val="accent2"/>
                </a:solidFill>
                <a:latin typeface="+mn-lt"/>
              </a:rPr>
              <a:t>E</a:t>
            </a:r>
            <a:endParaRPr lang="en-US" altLang="en-US" sz="2200" b="1" dirty="0">
              <a:solidFill>
                <a:schemeClr val="accent2"/>
              </a:solidFill>
              <a:latin typeface="+mn-lt"/>
            </a:endParaRPr>
          </a:p>
        </p:txBody>
      </p:sp>
      <p:sp>
        <p:nvSpPr>
          <p:cNvPr id="20" name="Text Box 71">
            <a:extLst>
              <a:ext uri="{FF2B5EF4-FFF2-40B4-BE49-F238E27FC236}">
                <a16:creationId xmlns:a16="http://schemas.microsoft.com/office/drawing/2014/main" id="{DE003AF4-6B43-F6A8-98CC-4413463E93D8}"/>
              </a:ext>
            </a:extLst>
          </p:cNvPr>
          <p:cNvSpPr txBox="1">
            <a:spLocks noChangeArrowheads="1"/>
          </p:cNvSpPr>
          <p:nvPr/>
        </p:nvSpPr>
        <p:spPr bwMode="auto">
          <a:xfrm>
            <a:off x="651897" y="5367007"/>
            <a:ext cx="177490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altLang="en-US" sz="2200" b="1" dirty="0">
                <a:solidFill>
                  <a:schemeClr val="accent2"/>
                </a:solidFill>
                <a:latin typeface="+mn-lt"/>
              </a:rPr>
              <a:t>V</a:t>
            </a:r>
            <a:r>
              <a:rPr lang="en-US" altLang="en-US" sz="2200" b="1" baseline="-25000" dirty="0">
                <a:solidFill>
                  <a:schemeClr val="accent2"/>
                </a:solidFill>
                <a:latin typeface="+mn-lt"/>
              </a:rPr>
              <a:t>C</a:t>
            </a:r>
            <a:r>
              <a:rPr lang="en-US" altLang="en-US" sz="2200" b="1" dirty="0">
                <a:solidFill>
                  <a:schemeClr val="accent2"/>
                </a:solidFill>
                <a:latin typeface="Times New Roman" panose="02020603050405020304" pitchFamily="18" charset="0"/>
              </a:rPr>
              <a:t> = </a:t>
            </a:r>
            <a:r>
              <a:rPr lang="en-US" altLang="en-US" sz="2200" b="1" dirty="0">
                <a:solidFill>
                  <a:schemeClr val="accent2"/>
                </a:solidFill>
                <a:latin typeface="+mn-lt"/>
              </a:rPr>
              <a:t>V</a:t>
            </a:r>
            <a:r>
              <a:rPr lang="en-US" altLang="en-US" sz="2200" b="1" baseline="-25000" dirty="0">
                <a:solidFill>
                  <a:schemeClr val="accent2"/>
                </a:solidFill>
                <a:latin typeface="+mn-lt"/>
              </a:rPr>
              <a:t>CC</a:t>
            </a:r>
            <a:r>
              <a:rPr lang="en-US" altLang="en-US" sz="2200" b="1" dirty="0">
                <a:solidFill>
                  <a:schemeClr val="accent2"/>
                </a:solidFill>
                <a:latin typeface="Times New Roman" panose="02020603050405020304" pitchFamily="18" charset="0"/>
              </a:rPr>
              <a:t> - </a:t>
            </a:r>
            <a:r>
              <a:rPr lang="en-US" altLang="en-US" sz="2200" b="1" dirty="0">
                <a:solidFill>
                  <a:schemeClr val="accent2"/>
                </a:solidFill>
                <a:latin typeface="+mn-lt"/>
              </a:rPr>
              <a:t>I</a:t>
            </a:r>
            <a:r>
              <a:rPr lang="en-US" altLang="en-US" sz="2200" b="1" baseline="-25000" dirty="0">
                <a:solidFill>
                  <a:schemeClr val="accent2"/>
                </a:solidFill>
                <a:latin typeface="+mn-lt"/>
              </a:rPr>
              <a:t>C</a:t>
            </a:r>
            <a:r>
              <a:rPr lang="en-US" altLang="en-US" sz="2200" b="1" dirty="0">
                <a:solidFill>
                  <a:schemeClr val="accent2"/>
                </a:solidFill>
                <a:latin typeface="+mn-lt"/>
              </a:rPr>
              <a:t>R</a:t>
            </a:r>
            <a:r>
              <a:rPr lang="en-US" altLang="en-US" sz="2200" b="1" baseline="-25000" dirty="0">
                <a:solidFill>
                  <a:schemeClr val="accent2"/>
                </a:solidFill>
                <a:latin typeface="+mn-lt"/>
              </a:rPr>
              <a:t>C</a:t>
            </a:r>
            <a:endParaRPr lang="en-US" altLang="en-US" sz="2200" b="1" dirty="0">
              <a:solidFill>
                <a:schemeClr val="accent2"/>
              </a:solidFill>
              <a:latin typeface="+mn-lt"/>
            </a:endParaRPr>
          </a:p>
        </p:txBody>
      </p:sp>
      <p:sp>
        <p:nvSpPr>
          <p:cNvPr id="21" name="Text Box 72">
            <a:extLst>
              <a:ext uri="{FF2B5EF4-FFF2-40B4-BE49-F238E27FC236}">
                <a16:creationId xmlns:a16="http://schemas.microsoft.com/office/drawing/2014/main" id="{054A9468-00EF-3EE9-D88D-D87298D5C5E4}"/>
              </a:ext>
            </a:extLst>
          </p:cNvPr>
          <p:cNvSpPr txBox="1">
            <a:spLocks noChangeArrowheads="1"/>
          </p:cNvSpPr>
          <p:nvPr/>
        </p:nvSpPr>
        <p:spPr bwMode="auto">
          <a:xfrm>
            <a:off x="651897" y="5834424"/>
            <a:ext cx="282282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altLang="en-US" sz="2200" b="1" dirty="0">
                <a:solidFill>
                  <a:schemeClr val="accent2"/>
                </a:solidFill>
                <a:latin typeface="+mn-lt"/>
              </a:rPr>
              <a:t>V</a:t>
            </a:r>
            <a:r>
              <a:rPr lang="en-US" altLang="en-US" sz="2200" b="1" baseline="-25000" dirty="0">
                <a:solidFill>
                  <a:schemeClr val="accent2"/>
                </a:solidFill>
                <a:latin typeface="+mn-lt"/>
              </a:rPr>
              <a:t>CE</a:t>
            </a:r>
            <a:r>
              <a:rPr lang="en-US" altLang="en-US" sz="2200" b="1" dirty="0">
                <a:solidFill>
                  <a:schemeClr val="accent2"/>
                </a:solidFill>
                <a:latin typeface="Times New Roman" panose="02020603050405020304" pitchFamily="18" charset="0"/>
              </a:rPr>
              <a:t> = </a:t>
            </a:r>
            <a:r>
              <a:rPr lang="en-US" altLang="en-US" sz="2200" b="1" dirty="0">
                <a:solidFill>
                  <a:schemeClr val="accent2"/>
                </a:solidFill>
                <a:latin typeface="+mn-lt"/>
              </a:rPr>
              <a:t>V</a:t>
            </a:r>
            <a:r>
              <a:rPr lang="en-US" altLang="en-US" sz="2200" b="1" baseline="-25000" dirty="0">
                <a:solidFill>
                  <a:schemeClr val="accent2"/>
                </a:solidFill>
                <a:latin typeface="+mn-lt"/>
              </a:rPr>
              <a:t>C</a:t>
            </a:r>
            <a:r>
              <a:rPr lang="en-US" altLang="en-US" sz="2200" b="1" dirty="0">
                <a:solidFill>
                  <a:schemeClr val="accent2"/>
                </a:solidFill>
                <a:latin typeface="Times New Roman" panose="02020603050405020304" pitchFamily="18" charset="0"/>
              </a:rPr>
              <a:t> - </a:t>
            </a:r>
            <a:r>
              <a:rPr lang="en-US" altLang="en-US" sz="2200" b="1" dirty="0">
                <a:solidFill>
                  <a:schemeClr val="accent2"/>
                </a:solidFill>
                <a:latin typeface="+mn-lt"/>
              </a:rPr>
              <a:t>V</a:t>
            </a:r>
            <a:r>
              <a:rPr lang="en-US" altLang="en-US" sz="2200" b="1" baseline="-25000" dirty="0">
                <a:solidFill>
                  <a:schemeClr val="accent2"/>
                </a:solidFill>
                <a:latin typeface="+mn-lt"/>
              </a:rPr>
              <a:t>E</a:t>
            </a:r>
            <a:endParaRPr lang="en-US" altLang="en-US" sz="2200" b="1" dirty="0">
              <a:solidFill>
                <a:schemeClr val="accent2"/>
              </a:solidFill>
              <a:latin typeface="+mn-lt"/>
            </a:endParaRPr>
          </a:p>
        </p:txBody>
      </p:sp>
      <p:pic>
        <p:nvPicPr>
          <p:cNvPr id="23" name="Picture 22">
            <a:extLst>
              <a:ext uri="{FF2B5EF4-FFF2-40B4-BE49-F238E27FC236}">
                <a16:creationId xmlns:a16="http://schemas.microsoft.com/office/drawing/2014/main" id="{C58A18C4-6EBD-55CA-B988-D0B91A02945F}"/>
              </a:ext>
            </a:extLst>
          </p:cNvPr>
          <p:cNvPicPr>
            <a:picLocks noChangeAspect="1"/>
          </p:cNvPicPr>
          <p:nvPr/>
        </p:nvPicPr>
        <p:blipFill>
          <a:blip r:embed="R56dafbbfbeae48f8"/>
          <a:stretch>
            <a:fillRect/>
          </a:stretch>
        </p:blipFill>
        <p:spPr>
          <a:xfrm>
            <a:off x="6016141" y="2427736"/>
            <a:ext cx="2475962" cy="3685659"/>
          </a:xfrm>
          <a:prstGeom prst="rect">
            <a:avLst/>
          </a:prstGeom>
        </p:spPr>
      </p:pic>
    </p:spTree>
    <p:extLst>
      <p:ext uri="{BB962C8B-B14F-4D97-AF65-F5344CB8AC3E}">
        <p14:creationId xmlns:p14="http://schemas.microsoft.com/office/powerpoint/2010/main" val="2857357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1500"/>
                            </p:stCondLst>
                            <p:childTnLst>
                              <p:par>
                                <p:cTn id="9" presetID="22" presetClass="entr" presetSubtype="8" fill="hold" nodeType="afterEffect">
                                  <p:stCondLst>
                                    <p:cond delay="100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500"/>
                                        <p:tgtEl>
                                          <p:spTgt spid="19"/>
                                        </p:tgtEl>
                                      </p:cBhvr>
                                    </p:animEffect>
                                  </p:childTnLst>
                                </p:cTn>
                              </p:par>
                            </p:childTnLst>
                          </p:cTn>
                        </p:par>
                        <p:par>
                          <p:cTn id="12" fill="hold">
                            <p:stCondLst>
                              <p:cond delay="3000"/>
                            </p:stCondLst>
                            <p:childTnLst>
                              <p:par>
                                <p:cTn id="13" presetID="22" presetClass="entr" presetSubtype="8" fill="hold" nodeType="afterEffect">
                                  <p:stCondLst>
                                    <p:cond delay="1000"/>
                                  </p:stCondLst>
                                  <p:childTnLst>
                                    <p:set>
                                      <p:cBhvr>
                                        <p:cTn id="14" dur="1" fill="hold">
                                          <p:stCondLst>
                                            <p:cond delay="0"/>
                                          </p:stCondLst>
                                        </p:cTn>
                                        <p:tgtEl>
                                          <p:spTgt spid="20"/>
                                        </p:tgtEl>
                                        <p:attrNameLst>
                                          <p:attrName>style.visibility</p:attrName>
                                        </p:attrNameLst>
                                      </p:cBhvr>
                                      <p:to>
                                        <p:strVal val="visible"/>
                                      </p:to>
                                    </p:set>
                                    <p:animEffect transition="in" filter="wipe(left)">
                                      <p:cBhvr>
                                        <p:cTn id="15" dur="500"/>
                                        <p:tgtEl>
                                          <p:spTgt spid="20"/>
                                        </p:tgtEl>
                                      </p:cBhvr>
                                    </p:animEffect>
                                  </p:childTnLst>
                                </p:cTn>
                              </p:par>
                            </p:childTnLst>
                          </p:cTn>
                        </p:par>
                        <p:par>
                          <p:cTn id="16" fill="hold">
                            <p:stCondLst>
                              <p:cond delay="4500"/>
                            </p:stCondLst>
                            <p:childTnLst>
                              <p:par>
                                <p:cTn id="17" presetID="22" presetClass="entr" presetSubtype="8" fill="hold" nodeType="afterEffect">
                                  <p:stCondLst>
                                    <p:cond delay="1000"/>
                                  </p:stCondLst>
                                  <p:childTnLst>
                                    <p:set>
                                      <p:cBhvr>
                                        <p:cTn id="18" dur="1" fill="hold">
                                          <p:stCondLst>
                                            <p:cond delay="0"/>
                                          </p:stCondLst>
                                        </p:cTn>
                                        <p:tgtEl>
                                          <p:spTgt spid="21"/>
                                        </p:tgtEl>
                                        <p:attrNameLst>
                                          <p:attrName>style.visibility</p:attrName>
                                        </p:attrNameLst>
                                      </p:cBhvr>
                                      <p:to>
                                        <p:strVal val="visible"/>
                                      </p:to>
                                    </p:set>
                                    <p:animEffect transition="in" filter="wipe(left)">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19" grpId="0" autoUpdateAnimBg="0"/>
      <p:bldP spid="20" grpId="0" autoUpdateAnimBg="0"/>
      <p:bldP spid="21" grpId="0"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672;g1ae35bff108_1_172">
            <a:extLst>
              <a:ext uri="{FF2B5EF4-FFF2-40B4-BE49-F238E27FC236}">
                <a16:creationId xmlns:a16="http://schemas.microsoft.com/office/drawing/2014/main" id="{DA8FE9AE-DE29-3948-FA61-913B51AB8331}"/>
              </a:ext>
            </a:extLst>
          </p:cNvPr>
          <p:cNvSpPr txBox="1">
            <a:spLocks/>
          </p:cNvSpPr>
          <p:nvPr/>
        </p:nvSpPr>
        <p:spPr>
          <a:xfrm>
            <a:off x="-760289" y="2013735"/>
            <a:ext cx="6185043" cy="577921"/>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spcBef>
                <a:spcPts val="0"/>
              </a:spcBef>
              <a:buClr>
                <a:srgbClr val="FF0000"/>
              </a:buClr>
              <a:buSzPts val="4400"/>
            </a:pPr>
            <a:r>
              <a:rPr lang="en-US" sz="2200" dirty="0">
                <a:solidFill>
                  <a:srgbClr val="FF0000"/>
                </a:solidFill>
                <a:latin typeface="+mn-lt"/>
                <a:ea typeface="Times New Roman"/>
                <a:cs typeface="Times New Roman"/>
                <a:sym typeface="Times New Roman"/>
              </a:rPr>
              <a:t>The six-step process</a:t>
            </a:r>
            <a:endParaRPr lang="en-US" sz="2200" dirty="0">
              <a:latin typeface="+mn-lt"/>
            </a:endParaRPr>
          </a:p>
        </p:txBody>
      </p:sp>
      <p:sp>
        <p:nvSpPr>
          <p:cNvPr id="3" name="Google Shape;1673;g1ae35bff108_1_172">
            <a:extLst>
              <a:ext uri="{FF2B5EF4-FFF2-40B4-BE49-F238E27FC236}">
                <a16:creationId xmlns:a16="http://schemas.microsoft.com/office/drawing/2014/main" id="{D2B84F7C-5541-1B87-5D9D-5540D852A114}"/>
              </a:ext>
            </a:extLst>
          </p:cNvPr>
          <p:cNvSpPr txBox="1">
            <a:spLocks/>
          </p:cNvSpPr>
          <p:nvPr/>
        </p:nvSpPr>
        <p:spPr>
          <a:xfrm>
            <a:off x="723638" y="2455524"/>
            <a:ext cx="7906656" cy="3637052"/>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spcBef>
                <a:spcPts val="0"/>
              </a:spcBef>
              <a:buClr>
                <a:schemeClr val="dk1"/>
              </a:buClr>
              <a:buSzPts val="3200"/>
              <a:buFont typeface="Arial" panose="020B0604020202020204" pitchFamily="34" charset="0"/>
              <a:buNone/>
            </a:pPr>
            <a:r>
              <a:rPr lang="en-US" sz="2000" dirty="0">
                <a:solidFill>
                  <a:schemeClr val="dk1"/>
                </a:solidFill>
                <a:latin typeface="Times New Roman"/>
                <a:ea typeface="Times New Roman"/>
                <a:cs typeface="Times New Roman"/>
                <a:sym typeface="Times New Roman"/>
              </a:rPr>
              <a:t>1.</a:t>
            </a:r>
            <a:r>
              <a:rPr lang="en-US" sz="2000" dirty="0">
                <a:solidFill>
                  <a:schemeClr val="accent2"/>
                </a:solidFill>
                <a:latin typeface="Times New Roman"/>
                <a:ea typeface="Times New Roman"/>
                <a:cs typeface="Times New Roman"/>
                <a:sym typeface="Times New Roman"/>
              </a:rPr>
              <a:t> </a:t>
            </a:r>
            <a:r>
              <a:rPr lang="en-US" sz="2000" u="sng" dirty="0">
                <a:ea typeface="Times New Roman"/>
                <a:cs typeface="Times New Roman" panose="02020603050405020304" pitchFamily="18" charset="0"/>
                <a:sym typeface="Times New Roman"/>
              </a:rPr>
              <a:t>Calculate</a:t>
            </a:r>
            <a:r>
              <a:rPr lang="en-US" sz="2000" dirty="0">
                <a:ea typeface="Times New Roman"/>
                <a:cs typeface="Times New Roman" panose="02020603050405020304" pitchFamily="18" charset="0"/>
                <a:sym typeface="Times New Roman"/>
              </a:rPr>
              <a:t> the base voltage using the voltage divider equation.</a:t>
            </a:r>
            <a:endParaRPr lang="en-US" sz="2000" dirty="0">
              <a:cs typeface="Times New Roman" panose="02020603050405020304" pitchFamily="18" charset="0"/>
            </a:endParaRPr>
          </a:p>
          <a:p>
            <a:pPr marL="342900" indent="-342900" algn="just">
              <a:lnSpc>
                <a:spcPct val="100000"/>
              </a:lnSpc>
              <a:spcBef>
                <a:spcPts val="640"/>
              </a:spcBef>
              <a:buClr>
                <a:schemeClr val="dk1"/>
              </a:buClr>
              <a:buSzPts val="3200"/>
              <a:buFont typeface="Arial" panose="020B0604020202020204" pitchFamily="34" charset="0"/>
              <a:buNone/>
            </a:pPr>
            <a:r>
              <a:rPr lang="en-US" sz="2000" dirty="0">
                <a:ea typeface="Times New Roman"/>
                <a:cs typeface="Times New Roman" panose="02020603050405020304" pitchFamily="18" charset="0"/>
                <a:sym typeface="Times New Roman"/>
              </a:rPr>
              <a:t>2. </a:t>
            </a:r>
            <a:r>
              <a:rPr lang="en-US" sz="2000" u="sng" dirty="0">
                <a:ea typeface="Times New Roman"/>
                <a:cs typeface="Times New Roman" panose="02020603050405020304" pitchFamily="18" charset="0"/>
                <a:sym typeface="Times New Roman"/>
              </a:rPr>
              <a:t>Subtract</a:t>
            </a:r>
            <a:r>
              <a:rPr lang="en-US" sz="2000" dirty="0">
                <a:ea typeface="Times New Roman"/>
                <a:cs typeface="Times New Roman" panose="02020603050405020304" pitchFamily="18" charset="0"/>
                <a:sym typeface="Times New Roman"/>
              </a:rPr>
              <a:t> 0.7 V to get the emitter voltage.</a:t>
            </a:r>
            <a:endParaRPr lang="en-US" sz="2000" dirty="0">
              <a:cs typeface="Times New Roman" panose="02020603050405020304" pitchFamily="18" charset="0"/>
            </a:endParaRPr>
          </a:p>
          <a:p>
            <a:pPr marL="342900" indent="-342900" algn="just">
              <a:lnSpc>
                <a:spcPct val="100000"/>
              </a:lnSpc>
              <a:spcBef>
                <a:spcPts val="640"/>
              </a:spcBef>
              <a:buClr>
                <a:schemeClr val="dk1"/>
              </a:buClr>
              <a:buSzPts val="3200"/>
              <a:buFont typeface="Arial" panose="020B0604020202020204" pitchFamily="34" charset="0"/>
              <a:buNone/>
            </a:pPr>
            <a:r>
              <a:rPr lang="en-US" sz="2000" dirty="0">
                <a:ea typeface="Times New Roman"/>
                <a:cs typeface="Times New Roman" panose="02020603050405020304" pitchFamily="18" charset="0"/>
                <a:sym typeface="Times New Roman"/>
              </a:rPr>
              <a:t>3. </a:t>
            </a:r>
            <a:r>
              <a:rPr lang="en-US" sz="2000" u="sng" dirty="0">
                <a:ea typeface="Times New Roman"/>
                <a:cs typeface="Times New Roman" panose="02020603050405020304" pitchFamily="18" charset="0"/>
                <a:sym typeface="Times New Roman"/>
              </a:rPr>
              <a:t>Divide</a:t>
            </a:r>
            <a:r>
              <a:rPr lang="en-US" sz="2000" dirty="0">
                <a:ea typeface="Times New Roman"/>
                <a:cs typeface="Times New Roman" panose="02020603050405020304" pitchFamily="18" charset="0"/>
                <a:sym typeface="Times New Roman"/>
              </a:rPr>
              <a:t> by emitter resistance to get the emitter current.</a:t>
            </a:r>
            <a:endParaRPr lang="en-US" sz="2000" dirty="0">
              <a:cs typeface="Times New Roman" panose="02020603050405020304" pitchFamily="18" charset="0"/>
            </a:endParaRPr>
          </a:p>
          <a:p>
            <a:pPr marL="342900" indent="-342900" algn="just">
              <a:lnSpc>
                <a:spcPct val="100000"/>
              </a:lnSpc>
              <a:spcBef>
                <a:spcPts val="640"/>
              </a:spcBef>
              <a:buClr>
                <a:schemeClr val="dk1"/>
              </a:buClr>
              <a:buSzPts val="3200"/>
              <a:buFont typeface="Arial" panose="020B0604020202020204" pitchFamily="34" charset="0"/>
              <a:buNone/>
            </a:pPr>
            <a:r>
              <a:rPr lang="en-US" sz="2000" dirty="0">
                <a:ea typeface="Times New Roman"/>
                <a:cs typeface="Times New Roman" panose="02020603050405020304" pitchFamily="18" charset="0"/>
                <a:sym typeface="Times New Roman"/>
              </a:rPr>
              <a:t>4. </a:t>
            </a:r>
            <a:r>
              <a:rPr lang="en-US" sz="2000" u="sng" dirty="0">
                <a:ea typeface="Times New Roman"/>
                <a:cs typeface="Times New Roman" panose="02020603050405020304" pitchFamily="18" charset="0"/>
                <a:sym typeface="Times New Roman"/>
              </a:rPr>
              <a:t>Determine</a:t>
            </a:r>
            <a:r>
              <a:rPr lang="en-US" sz="2000" dirty="0">
                <a:ea typeface="Times New Roman"/>
                <a:cs typeface="Times New Roman" panose="02020603050405020304" pitchFamily="18" charset="0"/>
                <a:sym typeface="Times New Roman"/>
              </a:rPr>
              <a:t> the drop across the collector resistor.</a:t>
            </a:r>
          </a:p>
          <a:p>
            <a:pPr marL="342900" indent="-342900" algn="just">
              <a:lnSpc>
                <a:spcPct val="100000"/>
              </a:lnSpc>
              <a:spcBef>
                <a:spcPts val="0"/>
              </a:spcBef>
              <a:buClr>
                <a:schemeClr val="dk1"/>
              </a:buClr>
              <a:buSzPts val="3200"/>
              <a:buFont typeface="Arial" panose="020B0604020202020204" pitchFamily="34" charset="0"/>
              <a:buNone/>
            </a:pPr>
            <a:r>
              <a:rPr lang="en-US" sz="2000" dirty="0">
                <a:ea typeface="Times New Roman"/>
                <a:cs typeface="Times New Roman" panose="02020603050405020304" pitchFamily="18" charset="0"/>
                <a:sym typeface="Times New Roman"/>
              </a:rPr>
              <a:t>5. </a:t>
            </a:r>
            <a:r>
              <a:rPr lang="en-US" sz="2000" u="sng" dirty="0">
                <a:ea typeface="Times New Roman"/>
                <a:cs typeface="Times New Roman" panose="02020603050405020304" pitchFamily="18" charset="0"/>
                <a:sym typeface="Times New Roman"/>
              </a:rPr>
              <a:t>Calculate</a:t>
            </a:r>
            <a:r>
              <a:rPr lang="en-US" sz="2000" dirty="0">
                <a:ea typeface="Times New Roman"/>
                <a:cs typeface="Times New Roman" panose="02020603050405020304" pitchFamily="18" charset="0"/>
                <a:sym typeface="Times New Roman"/>
              </a:rPr>
              <a:t> the collector voltage by subtracting the voltage across the collector resistor from V</a:t>
            </a:r>
            <a:r>
              <a:rPr lang="en-US" sz="2000" baseline="-25000" dirty="0">
                <a:ea typeface="Times New Roman"/>
                <a:cs typeface="Times New Roman" panose="02020603050405020304" pitchFamily="18" charset="0"/>
                <a:sym typeface="Times New Roman"/>
              </a:rPr>
              <a:t>CC</a:t>
            </a:r>
            <a:r>
              <a:rPr lang="en-US" sz="2000" dirty="0">
                <a:ea typeface="Times New Roman"/>
                <a:cs typeface="Times New Roman" panose="02020603050405020304" pitchFamily="18" charset="0"/>
                <a:sym typeface="Times New Roman"/>
              </a:rPr>
              <a:t>.</a:t>
            </a:r>
            <a:endParaRPr lang="en-US" sz="2000" dirty="0">
              <a:cs typeface="Times New Roman" panose="02020603050405020304" pitchFamily="18" charset="0"/>
            </a:endParaRPr>
          </a:p>
          <a:p>
            <a:pPr marL="342900" indent="-342900" algn="just">
              <a:lnSpc>
                <a:spcPct val="100000"/>
              </a:lnSpc>
              <a:spcBef>
                <a:spcPts val="640"/>
              </a:spcBef>
              <a:buClr>
                <a:schemeClr val="dk1"/>
              </a:buClr>
              <a:buSzPts val="3200"/>
              <a:buFont typeface="Arial" panose="020B0604020202020204" pitchFamily="34" charset="0"/>
              <a:buNone/>
            </a:pPr>
            <a:r>
              <a:rPr lang="en-US" sz="2000" dirty="0">
                <a:ea typeface="Times New Roman"/>
                <a:cs typeface="Times New Roman" panose="02020603050405020304" pitchFamily="18" charset="0"/>
                <a:sym typeface="Times New Roman"/>
              </a:rPr>
              <a:t>6. </a:t>
            </a:r>
            <a:r>
              <a:rPr lang="en-US" sz="2000" u="sng" dirty="0">
                <a:ea typeface="Times New Roman"/>
                <a:cs typeface="Times New Roman" panose="02020603050405020304" pitchFamily="18" charset="0"/>
                <a:sym typeface="Times New Roman"/>
              </a:rPr>
              <a:t>Calculate</a:t>
            </a:r>
            <a:r>
              <a:rPr lang="en-US" sz="2000" dirty="0">
                <a:ea typeface="Times New Roman"/>
                <a:cs typeface="Times New Roman" panose="02020603050405020304" pitchFamily="18" charset="0"/>
                <a:sym typeface="Times New Roman"/>
              </a:rPr>
              <a:t> the collector-emitter voltage by subtracting the emitter voltage from the collector voltage.</a:t>
            </a:r>
            <a:endParaRPr lang="en-US" sz="2000" dirty="0">
              <a:cs typeface="Times New Roman" panose="02020603050405020304" pitchFamily="18" charset="0"/>
            </a:endParaRPr>
          </a:p>
          <a:p>
            <a:pPr marL="342900" indent="-342900" algn="just">
              <a:lnSpc>
                <a:spcPct val="100000"/>
              </a:lnSpc>
              <a:spcBef>
                <a:spcPts val="640"/>
              </a:spcBef>
              <a:buClr>
                <a:schemeClr val="dk1"/>
              </a:buClr>
              <a:buSzPts val="3200"/>
              <a:buFont typeface="Arial" panose="020B0604020202020204" pitchFamily="34" charset="0"/>
              <a:buNone/>
            </a:pPr>
            <a:endParaRPr lang="en-US" dirty="0"/>
          </a:p>
        </p:txBody>
      </p:sp>
      <p:sp>
        <p:nvSpPr>
          <p:cNvPr id="4" name="Rectangle 7">
            <a:extLst>
              <a:ext uri="{FF2B5EF4-FFF2-40B4-BE49-F238E27FC236}">
                <a16:creationId xmlns:a16="http://schemas.microsoft.com/office/drawing/2014/main" id="{F2E75BF4-B0E2-C275-32EB-887D4EF598A0}"/>
              </a:ext>
            </a:extLst>
          </p:cNvPr>
          <p:cNvSpPr>
            <a:spLocks noChangeArrowheads="1"/>
          </p:cNvSpPr>
          <p:nvPr>
            <p:custDataLst>
              <p:tags r:id="R5fc4064923154bd6"/>
            </p:custDataLst>
          </p:nvPr>
        </p:nvSpPr>
        <p:spPr bwMode="auto">
          <a:xfrm>
            <a:off x="354577" y="1160980"/>
            <a:ext cx="5912659" cy="852755"/>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Voltage divider bias</a:t>
            </a:r>
          </a:p>
        </p:txBody>
      </p:sp>
      <p:cxnSp>
        <p:nvCxnSpPr>
          <p:cNvPr id="5" name="Straight Connector 4">
            <a:extLst>
              <a:ext uri="{FF2B5EF4-FFF2-40B4-BE49-F238E27FC236}">
                <a16:creationId xmlns:a16="http://schemas.microsoft.com/office/drawing/2014/main" id="{ECF6753F-A27C-BC14-9FCD-050EF0659254}"/>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967364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024F3-4724-CC14-0119-82FF5A772595}"/>
            </a:ext>
          </a:extLst>
        </p:cNvPr>
        <p:cNvGrpSpPr/>
        <p:nvPr/>
      </p:nvGrpSpPr>
      <p:grpSpPr>
        <a:xfrm>
          <a:off x="0" y="0"/>
          <a:ext cx="0" cy="0"/>
          <a:chOff x="0" y="0"/>
          <a:chExt cx="0" cy="0"/>
        </a:xfrm>
      </p:grpSpPr>
      <p:sp>
        <p:nvSpPr>
          <p:cNvPr id="4" name="Rectangle 7">
            <a:extLst>
              <a:ext uri="{FF2B5EF4-FFF2-40B4-BE49-F238E27FC236}">
                <a16:creationId xmlns:a16="http://schemas.microsoft.com/office/drawing/2014/main" id="{EEB096C7-1D32-89AC-118F-29D20CF62EA1}"/>
              </a:ext>
            </a:extLst>
          </p:cNvPr>
          <p:cNvSpPr>
            <a:spLocks noChangeArrowheads="1"/>
          </p:cNvSpPr>
          <p:nvPr>
            <p:custDataLst>
              <p:tags r:id="R4ea43f6c101b49cf"/>
            </p:custDataLst>
          </p:nvPr>
        </p:nvSpPr>
        <p:spPr bwMode="auto">
          <a:xfrm>
            <a:off x="354577" y="1160980"/>
            <a:ext cx="5912659" cy="852755"/>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IN" altLang="en-US" sz="2400" b="1" dirty="0">
                <a:solidFill>
                  <a:prstClr val="white"/>
                </a:solidFill>
                <a:latin typeface="+mj-lt"/>
                <a:cs typeface="+mn-cs"/>
              </a:rPr>
              <a:t>VDB analysis</a:t>
            </a:r>
          </a:p>
        </p:txBody>
      </p:sp>
      <p:cxnSp>
        <p:nvCxnSpPr>
          <p:cNvPr id="5" name="Straight Connector 4">
            <a:extLst>
              <a:ext uri="{FF2B5EF4-FFF2-40B4-BE49-F238E27FC236}">
                <a16:creationId xmlns:a16="http://schemas.microsoft.com/office/drawing/2014/main" id="{65871D08-DFBA-51CA-11CE-AD7E0764C3F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Google Shape;1685;g1ae35bff108_1_182">
            <a:extLst>
              <a:ext uri="{FF2B5EF4-FFF2-40B4-BE49-F238E27FC236}">
                <a16:creationId xmlns:a16="http://schemas.microsoft.com/office/drawing/2014/main" id="{5D7BC6D6-ED20-CB59-24D7-34864B93B152}"/>
              </a:ext>
            </a:extLst>
          </p:cNvPr>
          <p:cNvSpPr txBox="1">
            <a:spLocks/>
          </p:cNvSpPr>
          <p:nvPr/>
        </p:nvSpPr>
        <p:spPr>
          <a:xfrm>
            <a:off x="205483" y="2331900"/>
            <a:ext cx="8558373" cy="3678480"/>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0000"/>
              </a:lnSpc>
              <a:spcBef>
                <a:spcPts val="0"/>
              </a:spcBef>
              <a:buClr>
                <a:schemeClr val="accent2"/>
              </a:buClr>
              <a:buSzPts val="3200"/>
              <a:buFont typeface="Times New Roman"/>
              <a:buChar char="•"/>
            </a:pPr>
            <a:r>
              <a:rPr lang="en-US" sz="2200" b="1" dirty="0">
                <a:solidFill>
                  <a:schemeClr val="accent2"/>
                </a:solidFill>
                <a:ea typeface="Times New Roman"/>
                <a:cs typeface="Times New Roman"/>
                <a:sym typeface="Times New Roman"/>
              </a:rPr>
              <a:t>The </a:t>
            </a:r>
            <a:r>
              <a:rPr lang="en-US" sz="2200" b="1" dirty="0">
                <a:solidFill>
                  <a:srgbClr val="FF0000"/>
                </a:solidFill>
                <a:ea typeface="Times New Roman"/>
                <a:cs typeface="Times New Roman"/>
                <a:sym typeface="Times New Roman"/>
              </a:rPr>
              <a:t>base</a:t>
            </a:r>
            <a:r>
              <a:rPr lang="en-US" sz="2200" b="1" dirty="0">
                <a:solidFill>
                  <a:schemeClr val="accent2"/>
                </a:solidFill>
                <a:ea typeface="Times New Roman"/>
                <a:cs typeface="Times New Roman"/>
                <a:sym typeface="Times New Roman"/>
              </a:rPr>
              <a:t> current must be </a:t>
            </a:r>
            <a:r>
              <a:rPr lang="en-US" sz="2200" b="1" u="sng" dirty="0">
                <a:solidFill>
                  <a:schemeClr val="accent2"/>
                </a:solidFill>
                <a:ea typeface="Times New Roman"/>
                <a:cs typeface="Times New Roman"/>
                <a:sym typeface="Times New Roman"/>
              </a:rPr>
              <a:t>much smaller</a:t>
            </a:r>
            <a:r>
              <a:rPr lang="en-US" sz="2200" b="1" dirty="0">
                <a:solidFill>
                  <a:schemeClr val="accent2"/>
                </a:solidFill>
                <a:ea typeface="Times New Roman"/>
                <a:cs typeface="Times New Roman"/>
                <a:sym typeface="Times New Roman"/>
              </a:rPr>
              <a:t> than current through the divider.</a:t>
            </a:r>
            <a:endParaRPr lang="en-US" sz="2200" dirty="0"/>
          </a:p>
          <a:p>
            <a:pPr marL="342900" indent="-342900">
              <a:lnSpc>
                <a:spcPct val="100000"/>
              </a:lnSpc>
              <a:spcBef>
                <a:spcPts val="640"/>
              </a:spcBef>
              <a:buClr>
                <a:schemeClr val="accent2"/>
              </a:buClr>
              <a:buSzPts val="3200"/>
              <a:buFont typeface="Times New Roman"/>
              <a:buChar char="•"/>
            </a:pPr>
            <a:endParaRPr lang="en-US" sz="2200" b="1" dirty="0">
              <a:solidFill>
                <a:schemeClr val="accent2"/>
              </a:solidFill>
              <a:ea typeface="Times New Roman"/>
              <a:cs typeface="Times New Roman"/>
              <a:sym typeface="Times New Roman"/>
            </a:endParaRPr>
          </a:p>
          <a:p>
            <a:pPr marL="342900" indent="-342900">
              <a:lnSpc>
                <a:spcPct val="100000"/>
              </a:lnSpc>
              <a:spcBef>
                <a:spcPts val="640"/>
              </a:spcBef>
              <a:buClr>
                <a:schemeClr val="accent2"/>
              </a:buClr>
              <a:buSzPts val="3200"/>
              <a:buFont typeface="Times New Roman"/>
              <a:buChar char="•"/>
            </a:pPr>
            <a:r>
              <a:rPr lang="en-US" sz="2200" b="1" dirty="0">
                <a:solidFill>
                  <a:schemeClr val="accent2"/>
                </a:solidFill>
                <a:ea typeface="Times New Roman"/>
                <a:cs typeface="Times New Roman"/>
                <a:sym typeface="Times New Roman"/>
              </a:rPr>
              <a:t>With the </a:t>
            </a:r>
            <a:r>
              <a:rPr lang="en-US" sz="2200" b="1" u="sng" dirty="0">
                <a:solidFill>
                  <a:schemeClr val="accent2"/>
                </a:solidFill>
                <a:ea typeface="Times New Roman"/>
                <a:cs typeface="Times New Roman"/>
                <a:sym typeface="Times New Roman"/>
              </a:rPr>
              <a:t>base voltage constant</a:t>
            </a:r>
            <a:r>
              <a:rPr lang="en-US" sz="2200" b="1" dirty="0">
                <a:solidFill>
                  <a:schemeClr val="accent2"/>
                </a:solidFill>
                <a:ea typeface="Times New Roman"/>
                <a:cs typeface="Times New Roman"/>
                <a:sym typeface="Times New Roman"/>
              </a:rPr>
              <a:t>, the circuit </a:t>
            </a:r>
            <a:r>
              <a:rPr lang="en-US" sz="2200" b="1" u="sng" dirty="0">
                <a:solidFill>
                  <a:schemeClr val="accent2"/>
                </a:solidFill>
                <a:ea typeface="Times New Roman"/>
                <a:cs typeface="Times New Roman"/>
                <a:sym typeface="Times New Roman"/>
              </a:rPr>
              <a:t>produces</a:t>
            </a:r>
            <a:r>
              <a:rPr lang="en-US" sz="2200" b="1" dirty="0">
                <a:solidFill>
                  <a:schemeClr val="accent2"/>
                </a:solidFill>
                <a:ea typeface="Times New Roman"/>
                <a:cs typeface="Times New Roman"/>
                <a:sym typeface="Times New Roman"/>
              </a:rPr>
              <a:t> a </a:t>
            </a:r>
            <a:r>
              <a:rPr lang="en-US" sz="2200" b="1" dirty="0">
                <a:solidFill>
                  <a:srgbClr val="FF0000"/>
                </a:solidFill>
                <a:ea typeface="Times New Roman"/>
                <a:cs typeface="Times New Roman"/>
                <a:sym typeface="Times New Roman"/>
              </a:rPr>
              <a:t>stable</a:t>
            </a:r>
            <a:r>
              <a:rPr lang="en-US" sz="2200" b="1" dirty="0">
                <a:solidFill>
                  <a:schemeClr val="dk1"/>
                </a:solidFill>
                <a:ea typeface="Times New Roman"/>
                <a:cs typeface="Times New Roman"/>
                <a:sym typeface="Times New Roman"/>
              </a:rPr>
              <a:t> Q point</a:t>
            </a:r>
            <a:r>
              <a:rPr lang="en-US" sz="2200" b="1" dirty="0">
                <a:solidFill>
                  <a:schemeClr val="accent2"/>
                </a:solidFill>
                <a:ea typeface="Times New Roman"/>
                <a:cs typeface="Times New Roman"/>
                <a:sym typeface="Times New Roman"/>
              </a:rPr>
              <a:t> under varying operational conditions</a:t>
            </a:r>
            <a:endParaRPr lang="en-US" sz="2200" dirty="0"/>
          </a:p>
        </p:txBody>
      </p:sp>
    </p:spTree>
    <p:extLst>
      <p:ext uri="{BB962C8B-B14F-4D97-AF65-F5344CB8AC3E}">
        <p14:creationId xmlns:p14="http://schemas.microsoft.com/office/powerpoint/2010/main" val="1564727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Effect transition="in" filter="fade">
                                      <p:cBhvr>
                                        <p:cTn id="11" dur="1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03642-E0CB-BC37-882C-B443093D5661}"/>
            </a:ext>
          </a:extLst>
        </p:cNvPr>
        <p:cNvGrpSpPr/>
        <p:nvPr/>
      </p:nvGrpSpPr>
      <p:grpSpPr>
        <a:xfrm>
          <a:off x="0" y="0"/>
          <a:ext cx="0" cy="0"/>
          <a:chOff x="0" y="0"/>
          <a:chExt cx="0" cy="0"/>
        </a:xfrm>
      </p:grpSpPr>
      <p:sp>
        <p:nvSpPr>
          <p:cNvPr id="4" name="Rectangle 7">
            <a:extLst>
              <a:ext uri="{FF2B5EF4-FFF2-40B4-BE49-F238E27FC236}">
                <a16:creationId xmlns:a16="http://schemas.microsoft.com/office/drawing/2014/main" id="{FBA3B98C-B929-B0E2-3DD1-58CBFFFD01B1}"/>
              </a:ext>
            </a:extLst>
          </p:cNvPr>
          <p:cNvSpPr>
            <a:spLocks noChangeArrowheads="1"/>
          </p:cNvSpPr>
          <p:nvPr>
            <p:custDataLst>
              <p:tags r:id="R8cb2ca8c4cee4516"/>
            </p:custDataLst>
          </p:nvPr>
        </p:nvSpPr>
        <p:spPr bwMode="auto">
          <a:xfrm>
            <a:off x="354577" y="1160980"/>
            <a:ext cx="5912659" cy="852755"/>
          </a:xfrm>
          <a:prstGeom prst="rect">
            <a:avLst/>
          </a:prstGeom>
          <a:solidFill>
            <a:srgbClr val="1F497D"/>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lvl="0">
              <a:spcBef>
                <a:spcPct val="0"/>
              </a:spcBef>
              <a:buNone/>
            </a:pPr>
            <a:r>
              <a:rPr lang="en-US" altLang="en-US" sz="2400" b="1" dirty="0">
                <a:solidFill>
                  <a:prstClr val="white"/>
                </a:solidFill>
                <a:latin typeface="+mj-lt"/>
                <a:cs typeface="+mn-cs"/>
              </a:rPr>
              <a:t>VDB load line and Q point</a:t>
            </a:r>
          </a:p>
        </p:txBody>
      </p:sp>
      <p:cxnSp>
        <p:nvCxnSpPr>
          <p:cNvPr id="5" name="Straight Connector 4">
            <a:extLst>
              <a:ext uri="{FF2B5EF4-FFF2-40B4-BE49-F238E27FC236}">
                <a16:creationId xmlns:a16="http://schemas.microsoft.com/office/drawing/2014/main" id="{A254BB41-996E-4817-176D-4A6E43E7E90E}"/>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3">
            <a:extLst>
              <a:ext uri="{FF2B5EF4-FFF2-40B4-BE49-F238E27FC236}">
                <a16:creationId xmlns:a16="http://schemas.microsoft.com/office/drawing/2014/main" id="{902D8565-0637-93C1-8308-37A8AA8EFC38}"/>
              </a:ext>
            </a:extLst>
          </p:cNvPr>
          <p:cNvSpPr txBox="1">
            <a:spLocks noChangeArrowheads="1"/>
          </p:cNvSpPr>
          <p:nvPr/>
        </p:nvSpPr>
        <p:spPr bwMode="auto">
          <a:xfrm>
            <a:off x="457200" y="2332038"/>
            <a:ext cx="8229600" cy="378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342900" marR="0" lvl="0" indent="-342900" defTabSz="91440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200" b="1" i="0" u="none" strike="noStrike" kern="0" cap="none" spc="0" normalizeH="0" baseline="0" noProof="0" dirty="0">
                <a:ln>
                  <a:noFill/>
                </a:ln>
                <a:solidFill>
                  <a:srgbClr val="C0504D"/>
                </a:solidFill>
                <a:effectLst/>
                <a:uLnTx/>
                <a:uFillTx/>
                <a:latin typeface="+mn-lt"/>
                <a:cs typeface="Arial" panose="020B0604020202020204" pitchFamily="34" charset="0"/>
              </a:rPr>
              <a:t>VDB is </a:t>
            </a:r>
            <a:r>
              <a:rPr kumimoji="0" lang="en-US" altLang="en-US" sz="2200" b="1" i="0" u="sng" strike="noStrike" kern="0" cap="none" spc="0" normalizeH="0" baseline="0" noProof="0" dirty="0">
                <a:ln>
                  <a:noFill/>
                </a:ln>
                <a:solidFill>
                  <a:srgbClr val="C0504D"/>
                </a:solidFill>
                <a:effectLst/>
                <a:uLnTx/>
                <a:uFillTx/>
                <a:latin typeface="+mn-lt"/>
                <a:cs typeface="Arial" panose="020B0604020202020204" pitchFamily="34" charset="0"/>
              </a:rPr>
              <a:t>derived</a:t>
            </a:r>
            <a:r>
              <a:rPr kumimoji="0" lang="en-US" altLang="en-US" sz="2200" b="1" i="0" u="none" strike="noStrike" kern="0" cap="none" spc="0" normalizeH="0" baseline="0" noProof="0" dirty="0">
                <a:ln>
                  <a:noFill/>
                </a:ln>
                <a:solidFill>
                  <a:srgbClr val="C0504D"/>
                </a:solidFill>
                <a:effectLst/>
                <a:uLnTx/>
                <a:uFillTx/>
                <a:latin typeface="+mn-lt"/>
                <a:cs typeface="Arial" panose="020B0604020202020204" pitchFamily="34" charset="0"/>
              </a:rPr>
              <a:t> from </a:t>
            </a:r>
            <a:r>
              <a:rPr kumimoji="0" lang="en-US" altLang="en-US" sz="2200" b="1" i="0" u="none" strike="noStrike" kern="0" cap="none" spc="0" normalizeH="0" baseline="0" noProof="0" dirty="0">
                <a:ln>
                  <a:noFill/>
                </a:ln>
                <a:solidFill>
                  <a:srgbClr val="FF0000"/>
                </a:solidFill>
                <a:effectLst/>
                <a:uLnTx/>
                <a:uFillTx/>
                <a:latin typeface="+mn-lt"/>
                <a:cs typeface="Arial" panose="020B0604020202020204" pitchFamily="34" charset="0"/>
              </a:rPr>
              <a:t>emitter bias</a:t>
            </a:r>
          </a:p>
          <a:p>
            <a:pPr marL="342900" marR="0" lvl="0" indent="-342900" defTabSz="91440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200" b="1" i="0" u="none" strike="noStrike" kern="0" cap="none" spc="0" normalizeH="0" baseline="0" noProof="0" dirty="0">
                <a:ln>
                  <a:noFill/>
                </a:ln>
                <a:solidFill>
                  <a:srgbClr val="C0504D"/>
                </a:solidFill>
                <a:effectLst/>
                <a:uLnTx/>
                <a:uFillTx/>
                <a:latin typeface="+mn-lt"/>
                <a:cs typeface="Arial" panose="020B0604020202020204" pitchFamily="34" charset="0"/>
              </a:rPr>
              <a:t>The </a:t>
            </a:r>
            <a:r>
              <a:rPr kumimoji="0" lang="en-US" altLang="en-US" sz="2200" b="1" i="0" u="none" strike="noStrike" kern="0" cap="none" spc="0" normalizeH="0" baseline="0" noProof="0" dirty="0">
                <a:ln>
                  <a:noFill/>
                </a:ln>
                <a:solidFill>
                  <a:prstClr val="black"/>
                </a:solidFill>
                <a:effectLst/>
                <a:uLnTx/>
                <a:uFillTx/>
                <a:latin typeface="+mn-lt"/>
                <a:cs typeface="Arial" panose="020B0604020202020204" pitchFamily="34" charset="0"/>
              </a:rPr>
              <a:t>Q point</a:t>
            </a:r>
            <a:r>
              <a:rPr kumimoji="0" lang="en-US" altLang="en-US" sz="2200" b="1" i="0" u="none" strike="noStrike" kern="0" cap="none" spc="0" normalizeH="0" baseline="0" noProof="0" dirty="0">
                <a:ln>
                  <a:noFill/>
                </a:ln>
                <a:solidFill>
                  <a:srgbClr val="C0504D"/>
                </a:solidFill>
                <a:effectLst/>
                <a:uLnTx/>
                <a:uFillTx/>
                <a:latin typeface="+mn-lt"/>
                <a:cs typeface="Arial" panose="020B0604020202020204" pitchFamily="34" charset="0"/>
              </a:rPr>
              <a:t> is </a:t>
            </a:r>
            <a:r>
              <a:rPr kumimoji="0" lang="en-US" altLang="en-US" sz="2200" b="1" i="0" u="sng" strike="noStrike" kern="0" cap="none" spc="0" normalizeH="0" baseline="0" noProof="0" dirty="0">
                <a:ln>
                  <a:noFill/>
                </a:ln>
                <a:solidFill>
                  <a:srgbClr val="C0504D"/>
                </a:solidFill>
                <a:effectLst/>
                <a:uLnTx/>
                <a:uFillTx/>
                <a:latin typeface="+mn-lt"/>
                <a:cs typeface="Arial" panose="020B0604020202020204" pitchFamily="34" charset="0"/>
              </a:rPr>
              <a:t>immune</a:t>
            </a:r>
            <a:r>
              <a:rPr kumimoji="0" lang="en-US" altLang="en-US" sz="2200" b="1" i="0" u="none" strike="noStrike" kern="0" cap="none" spc="0" normalizeH="0" baseline="0" noProof="0" dirty="0">
                <a:ln>
                  <a:noFill/>
                </a:ln>
                <a:solidFill>
                  <a:srgbClr val="C0504D"/>
                </a:solidFill>
                <a:effectLst/>
                <a:uLnTx/>
                <a:uFillTx/>
                <a:latin typeface="+mn-lt"/>
                <a:cs typeface="Arial" panose="020B0604020202020204" pitchFamily="34" charset="0"/>
              </a:rPr>
              <a:t> to changes in current gain</a:t>
            </a:r>
          </a:p>
          <a:p>
            <a:pPr marL="342900" marR="0" lvl="0" indent="-342900" defTabSz="91440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altLang="en-US" sz="2200" b="1" i="0" u="none" strike="noStrike" kern="0" cap="none" spc="0" normalizeH="0" baseline="0" noProof="0" dirty="0">
                <a:ln>
                  <a:noFill/>
                </a:ln>
                <a:solidFill>
                  <a:srgbClr val="C0504D"/>
                </a:solidFill>
                <a:effectLst/>
                <a:uLnTx/>
                <a:uFillTx/>
                <a:latin typeface="+mn-lt"/>
                <a:cs typeface="Arial" panose="020B0604020202020204" pitchFamily="34" charset="0"/>
              </a:rPr>
              <a:t>The </a:t>
            </a:r>
            <a:r>
              <a:rPr kumimoji="0" lang="en-US" altLang="en-US" sz="2200" b="1" i="0" u="none" strike="noStrike" kern="0" cap="none" spc="0" normalizeH="0" baseline="0" noProof="0" dirty="0">
                <a:ln>
                  <a:noFill/>
                </a:ln>
                <a:solidFill>
                  <a:prstClr val="black"/>
                </a:solidFill>
                <a:effectLst/>
                <a:uLnTx/>
                <a:uFillTx/>
                <a:latin typeface="+mn-lt"/>
                <a:cs typeface="Arial" panose="020B0604020202020204" pitchFamily="34" charset="0"/>
              </a:rPr>
              <a:t>Q point</a:t>
            </a:r>
            <a:r>
              <a:rPr kumimoji="0" lang="en-US" altLang="en-US" sz="2200" b="1" i="0" u="none" strike="noStrike" kern="0" cap="none" spc="0" normalizeH="0" baseline="0" noProof="0" dirty="0">
                <a:ln>
                  <a:noFill/>
                </a:ln>
                <a:solidFill>
                  <a:srgbClr val="C0504D"/>
                </a:solidFill>
                <a:effectLst/>
                <a:uLnTx/>
                <a:uFillTx/>
                <a:latin typeface="+mn-lt"/>
                <a:cs typeface="Arial" panose="020B0604020202020204" pitchFamily="34" charset="0"/>
              </a:rPr>
              <a:t> is </a:t>
            </a:r>
            <a:r>
              <a:rPr kumimoji="0" lang="en-US" altLang="en-US" sz="2200" b="1" i="0" u="sng" strike="noStrike" kern="0" cap="none" spc="0" normalizeH="0" baseline="0" noProof="0" dirty="0">
                <a:ln>
                  <a:noFill/>
                </a:ln>
                <a:solidFill>
                  <a:srgbClr val="C0504D"/>
                </a:solidFill>
                <a:effectLst/>
                <a:uLnTx/>
                <a:uFillTx/>
                <a:latin typeface="+mn-lt"/>
                <a:cs typeface="Arial" panose="020B0604020202020204" pitchFamily="34" charset="0"/>
              </a:rPr>
              <a:t>moved</a:t>
            </a:r>
            <a:r>
              <a:rPr kumimoji="0" lang="en-US" altLang="en-US" sz="2200" b="1" i="0" u="none" strike="noStrike" kern="0" cap="none" spc="0" normalizeH="0" baseline="0" noProof="0" dirty="0">
                <a:ln>
                  <a:noFill/>
                </a:ln>
                <a:solidFill>
                  <a:srgbClr val="C0504D"/>
                </a:solidFill>
                <a:effectLst/>
                <a:uLnTx/>
                <a:uFillTx/>
                <a:latin typeface="+mn-lt"/>
                <a:cs typeface="Arial" panose="020B0604020202020204" pitchFamily="34" charset="0"/>
              </a:rPr>
              <a:t> by varying the emitter resistor</a:t>
            </a:r>
          </a:p>
        </p:txBody>
      </p:sp>
    </p:spTree>
    <p:extLst>
      <p:ext uri="{BB962C8B-B14F-4D97-AF65-F5344CB8AC3E}">
        <p14:creationId xmlns:p14="http://schemas.microsoft.com/office/powerpoint/2010/main" val="275148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stCondLst>
                                            <p:cond delay="0"/>
                                          </p:stCondLst>
                                        </p:cTn>
                                        <p:tgtEl>
                                          <p:spTgt spid="2">
                                            <p:txEl>
                                              <p:pRg st="0" end="0"/>
                                            </p:txEl>
                                          </p:spTgt>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fade">
                                      <p:cBhvr>
                                        <p:cTn id="11" dur="1000">
                                          <p:stCondLst>
                                            <p:cond delay="0"/>
                                          </p:stCondLst>
                                        </p:cTn>
                                        <p:tgtEl>
                                          <p:spTgt spid="2">
                                            <p:txEl>
                                              <p:pRg st="1" end="1"/>
                                            </p:txEl>
                                          </p:spTgt>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1000">
                                          <p:stCondLst>
                                            <p:cond delay="0"/>
                                          </p:stCondLst>
                                        </p:cTn>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slides/tags/tag1.xml><?xml version="1.0" encoding="utf-8"?>
<p:tagLst xmlns:a="http://schemas.openxmlformats.org/drawingml/2006/main" xmlns:r="http://schemas.openxmlformats.org/officeDocument/2006/relationships" xmlns:p="http://schemas.openxmlformats.org/presentationml/2006/main">
  <p:tag name="AS_UNIQUEID" val="76"/>
</p:tagLst>
</file>

<file path=ppt/slides/tags/tag2.xml><?xml version="1.0" encoding="utf-8"?>
<p:tagLst xmlns:a="http://schemas.openxmlformats.org/drawingml/2006/main" xmlns:r="http://schemas.openxmlformats.org/officeDocument/2006/relationships" xmlns:p="http://schemas.openxmlformats.org/presentationml/2006/main">
  <p:tag name="AS_UNIQUEID" val="76"/>
</p:tagLst>
</file>

<file path=ppt/slides/tags/tag3.xml><?xml version="1.0" encoding="utf-8"?>
<p:tagLst xmlns:a="http://schemas.openxmlformats.org/drawingml/2006/main" xmlns:r="http://schemas.openxmlformats.org/officeDocument/2006/relationships" xmlns:p="http://schemas.openxmlformats.org/presentationml/2006/main">
  <p:tag name="AS_UNIQUEID" val="76"/>
</p:tagLst>
</file>

<file path=ppt/slides/tags/tag4.xml><?xml version="1.0" encoding="utf-8"?>
<p:tagLst xmlns:a="http://schemas.openxmlformats.org/drawingml/2006/main" xmlns:r="http://schemas.openxmlformats.org/officeDocument/2006/relationships" xmlns:p="http://schemas.openxmlformats.org/presentationml/2006/main">
  <p:tag name="AS_UNIQUEID" val="76"/>
</p:tagLst>
</file>

<file path=ppt/slides/tags/tag5.xml><?xml version="1.0" encoding="utf-8"?>
<p:tagLst xmlns:a="http://schemas.openxmlformats.org/drawingml/2006/main" xmlns:r="http://schemas.openxmlformats.org/officeDocument/2006/relationships" xmlns:p="http://schemas.openxmlformats.org/presentationml/2006/main">
  <p:tag name="AS_UNIQUEID" val="76"/>
</p:tagLst>
</file>

<file path=ppt/slides/tags/tag6.xml><?xml version="1.0" encoding="utf-8"?>
<p:tagLst xmlns:a="http://schemas.openxmlformats.org/drawingml/2006/main" xmlns:r="http://schemas.openxmlformats.org/officeDocument/2006/relationships" xmlns:p="http://schemas.openxmlformats.org/presentationml/2006/main">
  <p:tag name="AS_UNIQUEID" val="76"/>
</p:tagLst>
</file>

<file path=ppt/slides/tags/tag7.xml><?xml version="1.0" encoding="utf-8"?>
<p:tagLst xmlns:a="http://schemas.openxmlformats.org/drawingml/2006/main" xmlns:r="http://schemas.openxmlformats.org/officeDocument/2006/relationships" xmlns:p="http://schemas.openxmlformats.org/presentationml/2006/main">
  <p:tag name="AS_UNIQUEID" val="76"/>
</p:tagLst>
</file>

<file path=ppt/slides/tags/tag8.xml><?xml version="1.0" encoding="utf-8"?>
<p:tagLst xmlns:a="http://schemas.openxmlformats.org/drawingml/2006/main" xmlns:r="http://schemas.openxmlformats.org/officeDocument/2006/relationships" xmlns:p="http://schemas.openxmlformats.org/presentationml/2006/main">
  <p:tag name="AS_UNIQUEID" val="76"/>
</p:tagLst>
</file>

<file path=ppt/slides/tags/tag9.xml><?xml version="1.0" encoding="utf-8"?>
<p:tagLst xmlns:a="http://schemas.openxmlformats.org/drawingml/2006/main" xmlns:r="http://schemas.openxmlformats.org/officeDocument/2006/relationships" xmlns:p="http://schemas.openxmlformats.org/presentationml/2006/main">
  <p:tag name="AS_UNIQUEID" val="76"/>
</p:tagLst>
</file>

<file path=ppt/slides/tags/tag10.xml><?xml version="1.0" encoding="utf-8"?>
<p:tagLst xmlns:a="http://schemas.openxmlformats.org/drawingml/2006/main" xmlns:r="http://schemas.openxmlformats.org/officeDocument/2006/relationships" xmlns:p="http://schemas.openxmlformats.org/presentationml/2006/main">
  <p:tag name="AS_UNIQUEID" val="76"/>
</p:tagLst>
</file>

<file path=ppt/slides/tags/tag11.xml><?xml version="1.0" encoding="utf-8"?>
<p:tagLst xmlns:a="http://schemas.openxmlformats.org/drawingml/2006/main" xmlns:r="http://schemas.openxmlformats.org/officeDocument/2006/relationships" xmlns:p="http://schemas.openxmlformats.org/presentationml/2006/main">
  <p:tag name="AS_UNIQUEID" val="76"/>
</p:tagLst>
</file>

<file path=ppt/slides/tags/tag12.xml><?xml version="1.0" encoding="utf-8"?>
<p:tagLst xmlns:a="http://schemas.openxmlformats.org/drawingml/2006/main" xmlns:r="http://schemas.openxmlformats.org/officeDocument/2006/relationships" xmlns:p="http://schemas.openxmlformats.org/presentationml/2006/main">
  <p:tag name="AS_UNIQUEID" val="76"/>
</p:tagLst>
</file>

<file path=ppt/slides/tags/tag13.xml><?xml version="1.0" encoding="utf-8"?>
<p:tagLst xmlns:a="http://schemas.openxmlformats.org/drawingml/2006/main" xmlns:r="http://schemas.openxmlformats.org/officeDocument/2006/relationships" xmlns:p="http://schemas.openxmlformats.org/presentationml/2006/main">
  <p:tag name="AS_UNIQUEID" val="76"/>
</p:tagLst>
</file>

<file path=ppt/slides/tags/tag14.xml><?xml version="1.0" encoding="utf-8"?>
<p:tagLst xmlns:a="http://schemas.openxmlformats.org/drawingml/2006/main" xmlns:r="http://schemas.openxmlformats.org/officeDocument/2006/relationships" xmlns:p="http://schemas.openxmlformats.org/presentationml/2006/main">
  <p:tag name="AS_UNIQUEID" val="76"/>
</p:tagLst>
</file>

<file path=ppt/slides/tags/tag15.xml><?xml version="1.0" encoding="utf-8"?>
<p:tagLst xmlns:a="http://schemas.openxmlformats.org/drawingml/2006/main" xmlns:r="http://schemas.openxmlformats.org/officeDocument/2006/relationships" xmlns:p="http://schemas.openxmlformats.org/presentationml/2006/main">
  <p:tag name="AS_UNIQUEID" val="76"/>
</p:tagLst>
</file>

<file path=ppt/slides/tags/tag16.xml><?xml version="1.0" encoding="utf-8"?>
<p:tagLst xmlns:a="http://schemas.openxmlformats.org/drawingml/2006/main" xmlns:r="http://schemas.openxmlformats.org/officeDocument/2006/relationships" xmlns:p="http://schemas.openxmlformats.org/presentationml/2006/main">
  <p:tag name="AS_UNIQUEID" val="76"/>
</p:tagLst>
</file>

<file path=ppt/slides/tags/tag17.xml><?xml version="1.0" encoding="utf-8"?>
<p:tagLst xmlns:a="http://schemas.openxmlformats.org/drawingml/2006/main" xmlns:r="http://schemas.openxmlformats.org/officeDocument/2006/relationships" xmlns:p="http://schemas.openxmlformats.org/presentationml/2006/main">
  <p:tag name="AS_UNIQUEID" val="76"/>
</p:tagLst>
</file>

<file path=ppt/slides/tags/tag18.xml><?xml version="1.0" encoding="utf-8"?>
<p:tagLst xmlns:a="http://schemas.openxmlformats.org/drawingml/2006/main" xmlns:r="http://schemas.openxmlformats.org/officeDocument/2006/relationships" xmlns:p="http://schemas.openxmlformats.org/presentationml/2006/main">
  <p:tag name="AS_UNIQUEID" val="76"/>
</p:tagLst>
</file>

<file path=ppt/slides/tags/tag19.xml><?xml version="1.0" encoding="utf-8"?>
<p:tagLst xmlns:a="http://schemas.openxmlformats.org/drawingml/2006/main" xmlns:r="http://schemas.openxmlformats.org/officeDocument/2006/relationships" xmlns:p="http://schemas.openxmlformats.org/presentationml/2006/main">
  <p:tag name="AS_UNIQUEID" val="76"/>
</p:tagLst>
</file>

<file path=ppt/slides/tags/tag20.xml><?xml version="1.0" encoding="utf-8"?>
<p:tagLst xmlns:a="http://schemas.openxmlformats.org/drawingml/2006/main" xmlns:r="http://schemas.openxmlformats.org/officeDocument/2006/relationships" xmlns:p="http://schemas.openxmlformats.org/presentationml/2006/main">
  <p:tag name="AS_UNIQUEID" val="76"/>
</p:tagLst>
</file>

<file path=ppt/slides/tags/tag21.xml><?xml version="1.0" encoding="utf-8"?>
<p:tagLst xmlns:a="http://schemas.openxmlformats.org/drawingml/2006/main" xmlns:r="http://schemas.openxmlformats.org/officeDocument/2006/relationships" xmlns:p="http://schemas.openxmlformats.org/presentationml/2006/main">
  <p:tag name="AS_UNIQUEID" val="76"/>
</p:tagLst>
</file>

<file path=ppt/slides/tags/tag22.xml><?xml version="1.0" encoding="utf-8"?>
<p:tagLst xmlns:a="http://schemas.openxmlformats.org/drawingml/2006/main" xmlns:r="http://schemas.openxmlformats.org/officeDocument/2006/relationships" xmlns:p="http://schemas.openxmlformats.org/presentationml/2006/main">
  <p:tag name="AS_UNIQUEID" val="76"/>
</p:tagLst>
</file>

<file path=ppt/slides/tags/tag23.xml><?xml version="1.0" encoding="utf-8"?>
<p:tagLst xmlns:a="http://schemas.openxmlformats.org/drawingml/2006/main" xmlns:r="http://schemas.openxmlformats.org/officeDocument/2006/relationships" xmlns:p="http://schemas.openxmlformats.org/presentationml/2006/main">
  <p:tag name="AS_UNIQUEID" val="76"/>
</p:tagLst>
</file>

<file path=ppt/slides/tags/tag24.xml><?xml version="1.0" encoding="utf-8"?>
<p:tagLst xmlns:a="http://schemas.openxmlformats.org/drawingml/2006/main" xmlns:r="http://schemas.openxmlformats.org/officeDocument/2006/relationships" xmlns:p="http://schemas.openxmlformats.org/presentationml/2006/main">
  <p:tag name="AS_UNIQUEID" val="76"/>
</p:tagLst>
</file>

<file path=ppt/slides/tags/tag25.xml><?xml version="1.0" encoding="utf-8"?>
<p:tagLst xmlns:a="http://schemas.openxmlformats.org/drawingml/2006/main" xmlns:r="http://schemas.openxmlformats.org/officeDocument/2006/relationships" xmlns:p="http://schemas.openxmlformats.org/presentationml/2006/main">
  <p:tag name="AS_UNIQUEID" val="76"/>
</p:tagLst>
</file>

<file path=ppt/slides/tags/tag26.xml><?xml version="1.0" encoding="utf-8"?>
<p:tagLst xmlns:a="http://schemas.openxmlformats.org/drawingml/2006/main" xmlns:r="http://schemas.openxmlformats.org/officeDocument/2006/relationships" xmlns:p="http://schemas.openxmlformats.org/presentationml/2006/main">
  <p:tag name="AS_UNIQUEID" val="76"/>
</p:tagLst>
</file>

<file path=ppt/slides/tags/tag27.xml><?xml version="1.0" encoding="utf-8"?>
<p:tagLst xmlns:a="http://schemas.openxmlformats.org/drawingml/2006/main" xmlns:r="http://schemas.openxmlformats.org/officeDocument/2006/relationships" xmlns:p="http://schemas.openxmlformats.org/presentationml/2006/main">
  <p:tag name="AS_UNIQUEID" val="76"/>
</p:tagLst>
</file>

<file path=ppt/slides/tags/tag28.xml><?xml version="1.0" encoding="utf-8"?>
<p:tagLst xmlns:a="http://schemas.openxmlformats.org/drawingml/2006/main" xmlns:r="http://schemas.openxmlformats.org/officeDocument/2006/relationships" xmlns:p="http://schemas.openxmlformats.org/presentationml/2006/main">
  <p:tag name="AS_UNIQUEID" val="76"/>
</p:tagLst>
</file>

<file path=ppt/slides/tags/tag29.xml><?xml version="1.0" encoding="utf-8"?>
<p:tagLst xmlns:a="http://schemas.openxmlformats.org/drawingml/2006/main" xmlns:r="http://schemas.openxmlformats.org/officeDocument/2006/relationships" xmlns:p="http://schemas.openxmlformats.org/presentationml/2006/main">
  <p:tag name="AS_UNIQUEID" val="76"/>
</p:tagLst>
</file>

<file path=ppt/slides/tags/tag30.xml><?xml version="1.0" encoding="utf-8"?>
<p:tagLst xmlns:a="http://schemas.openxmlformats.org/drawingml/2006/main" xmlns:r="http://schemas.openxmlformats.org/officeDocument/2006/relationships" xmlns:p="http://schemas.openxmlformats.org/presentationml/2006/main">
  <p:tag name="AS_UNIQUEID" val="76"/>
</p:tagLst>
</file>

<file path=ppt/slides/tags/tag31.xml><?xml version="1.0" encoding="utf-8"?>
<p:tagLst xmlns:a="http://schemas.openxmlformats.org/drawingml/2006/main" xmlns:r="http://schemas.openxmlformats.org/officeDocument/2006/relationships" xmlns:p="http://schemas.openxmlformats.org/presentationml/2006/main">
  <p:tag name="AS_UNIQUEID" val="76"/>
</p:tagLst>
</file>

<file path=ppt/slides/tags/tag32.xml><?xml version="1.0" encoding="utf-8"?>
<p:tagLst xmlns:a="http://schemas.openxmlformats.org/drawingml/2006/main" xmlns:r="http://schemas.openxmlformats.org/officeDocument/2006/relationships" xmlns:p="http://schemas.openxmlformats.org/presentationml/2006/main">
  <p:tag name="AS_UNIQUEID" val="76"/>
</p:tagLst>
</file>

<file path=ppt/slides/tags/tag33.xml><?xml version="1.0" encoding="utf-8"?>
<p:tagLst xmlns:a="http://schemas.openxmlformats.org/drawingml/2006/main" xmlns:r="http://schemas.openxmlformats.org/officeDocument/2006/relationships" xmlns:p="http://schemas.openxmlformats.org/presentationml/2006/main">
  <p:tag name="AS_UNIQUEID" val="76"/>
</p:tagLst>
</file>

<file path=ppt/slides/tags/tag34.xml><?xml version="1.0" encoding="utf-8"?>
<p:tagLst xmlns:a="http://schemas.openxmlformats.org/drawingml/2006/main" xmlns:r="http://schemas.openxmlformats.org/officeDocument/2006/relationships" xmlns:p="http://schemas.openxmlformats.org/presentationml/2006/main">
  <p:tag name="AS_UNIQUEID" val="76"/>
</p:tagLst>
</file>

<file path=ppt/slides/tags/tag35.xml><?xml version="1.0" encoding="utf-8"?>
<p:tagLst xmlns:a="http://schemas.openxmlformats.org/drawingml/2006/main" xmlns:r="http://schemas.openxmlformats.org/officeDocument/2006/relationships" xmlns:p="http://schemas.openxmlformats.org/presentationml/2006/main">
  <p:tag name="AS_UNIQUEID" val="76"/>
</p:tagLst>
</file>

<file path=ppt/slides/tags/tag36.xml><?xml version="1.0" encoding="utf-8"?>
<p:tagLst xmlns:a="http://schemas.openxmlformats.org/drawingml/2006/main" xmlns:r="http://schemas.openxmlformats.org/officeDocument/2006/relationships" xmlns:p="http://schemas.openxmlformats.org/presentationml/2006/main">
  <p:tag name="AS_UNIQUEID" val="76"/>
</p:tagLst>
</file>

<file path=ppt/slides/tags/tag37.xml><?xml version="1.0" encoding="utf-8"?>
<p:tagLst xmlns:a="http://schemas.openxmlformats.org/drawingml/2006/main" xmlns:r="http://schemas.openxmlformats.org/officeDocument/2006/relationships" xmlns:p="http://schemas.openxmlformats.org/presentationml/2006/main">
  <p:tag name="AS_UNIQUEID" val="76"/>
</p:tagLst>
</file>

<file path=ppt/slides/tags/tag38.xml><?xml version="1.0" encoding="utf-8"?>
<p:tagLst xmlns:a="http://schemas.openxmlformats.org/drawingml/2006/main" xmlns:r="http://schemas.openxmlformats.org/officeDocument/2006/relationships" xmlns:p="http://schemas.openxmlformats.org/presentationml/2006/main">
  <p:tag name="AS_UNIQUEID" val="76"/>
</p:tagLst>
</file>

<file path=ppt/slides/tags/tag39.xml><?xml version="1.0" encoding="utf-8"?>
<p:tagLst xmlns:a="http://schemas.openxmlformats.org/drawingml/2006/main" xmlns:r="http://schemas.openxmlformats.org/officeDocument/2006/relationships" xmlns:p="http://schemas.openxmlformats.org/presentationml/2006/main">
  <p:tag name="AS_UNIQUEID" val="76"/>
</p:tagLst>
</file>

<file path=ppt/slides/tags/tag40.xml><?xml version="1.0" encoding="utf-8"?>
<p:tagLst xmlns:a="http://schemas.openxmlformats.org/drawingml/2006/main" xmlns:r="http://schemas.openxmlformats.org/officeDocument/2006/relationships" xmlns:p="http://schemas.openxmlformats.org/presentationml/2006/main">
  <p:tag name="AS_UNIQUEID" val="76"/>
</p:tagLst>
</file>

<file path=ppt/slides/tags/tag41.xml><?xml version="1.0" encoding="utf-8"?>
<p:tagLst xmlns:a="http://schemas.openxmlformats.org/drawingml/2006/main" xmlns:r="http://schemas.openxmlformats.org/officeDocument/2006/relationships" xmlns:p="http://schemas.openxmlformats.org/presentationml/2006/main">
  <p:tag name="AS_UNIQUEID" val="76"/>
</p:tagLst>
</file>

<file path=ppt/slides/tags/tag42.xml><?xml version="1.0" encoding="utf-8"?>
<p:tagLst xmlns:a="http://schemas.openxmlformats.org/drawingml/2006/main" xmlns:r="http://schemas.openxmlformats.org/officeDocument/2006/relationships" xmlns:p="http://schemas.openxmlformats.org/presentationml/2006/main">
  <p:tag name="AS_UNIQUEID" val="76"/>
</p:tagLst>
</file>

<file path=ppt/slides/tags/tag43.xml><?xml version="1.0" encoding="utf-8"?>
<p:tagLst xmlns:a="http://schemas.openxmlformats.org/drawingml/2006/main" xmlns:r="http://schemas.openxmlformats.org/officeDocument/2006/relationships" xmlns:p="http://schemas.openxmlformats.org/presentationml/2006/main">
  <p:tag name="AS_UNIQUEID" val="76"/>
</p:tagLst>
</file>

<file path=ppt/slides/tags/tag44.xml><?xml version="1.0" encoding="utf-8"?>
<p:tagLst xmlns:a="http://schemas.openxmlformats.org/drawingml/2006/main" xmlns:r="http://schemas.openxmlformats.org/officeDocument/2006/relationships" xmlns:p="http://schemas.openxmlformats.org/presentationml/2006/main">
  <p:tag name="AS_UNIQUEID" val="76"/>
</p:tagLst>
</file>

<file path=ppt/slides/tags/tag45.xml><?xml version="1.0" encoding="utf-8"?>
<p:tagLst xmlns:a="http://schemas.openxmlformats.org/drawingml/2006/main" xmlns:r="http://schemas.openxmlformats.org/officeDocument/2006/relationships" xmlns:p="http://schemas.openxmlformats.org/presentationml/2006/main">
  <p:tag name="AS_UNIQUEID" val="76"/>
</p:tagLst>
</file>

<file path=ppt/slides/tags/tag46.xml><?xml version="1.0" encoding="utf-8"?>
<p:tagLst xmlns:a="http://schemas.openxmlformats.org/drawingml/2006/main" xmlns:r="http://schemas.openxmlformats.org/officeDocument/2006/relationships" xmlns:p="http://schemas.openxmlformats.org/presentationml/2006/main">
  <p:tag name="AS_UNIQUEID" val="76"/>
</p:tagLst>
</file>

<file path=ppt/slides/tags/tag47.xml><?xml version="1.0" encoding="utf-8"?>
<p:tagLst xmlns:a="http://schemas.openxmlformats.org/drawingml/2006/main" xmlns:r="http://schemas.openxmlformats.org/officeDocument/2006/relationships" xmlns:p="http://schemas.openxmlformats.org/presentationml/2006/main">
  <p:tag name="AS_UNIQUEID" val="76"/>
</p:tagLst>
</file>

<file path=ppt/slides/tags/tag48.xml><?xml version="1.0" encoding="utf-8"?>
<p:tagLst xmlns:a="http://schemas.openxmlformats.org/drawingml/2006/main" xmlns:r="http://schemas.openxmlformats.org/officeDocument/2006/relationships" xmlns:p="http://schemas.openxmlformats.org/presentationml/2006/main">
  <p:tag name="AS_UNIQUEID" val="76"/>
</p:tagLst>
</file>

<file path=ppt/slides/tags/tag49.xml><?xml version="1.0" encoding="utf-8"?>
<p:tagLst xmlns:a="http://schemas.openxmlformats.org/drawingml/2006/main" xmlns:r="http://schemas.openxmlformats.org/officeDocument/2006/relationships" xmlns:p="http://schemas.openxmlformats.org/presentationml/2006/main">
  <p:tag name="AS_UNIQUEID" val="76"/>
</p:tagLst>
</file>

<file path=ppt/slides/tags/tag50.xml><?xml version="1.0" encoding="utf-8"?>
<p:tagLst xmlns:a="http://schemas.openxmlformats.org/drawingml/2006/main" xmlns:r="http://schemas.openxmlformats.org/officeDocument/2006/relationships" xmlns:p="http://schemas.openxmlformats.org/presentationml/2006/main">
  <p:tag name="AS_UNIQUEID" val="76"/>
</p:tagLst>
</file>

<file path=ppt/slides/tags/tag51.xml><?xml version="1.0" encoding="utf-8"?>
<p:tagLst xmlns:a="http://schemas.openxmlformats.org/drawingml/2006/main" xmlns:r="http://schemas.openxmlformats.org/officeDocument/2006/relationships" xmlns:p="http://schemas.openxmlformats.org/presentationml/2006/main">
  <p:tag name="AS_UNIQUEID" val="76"/>
</p:tagLst>
</file>

<file path=ppt/slides/tags/tag52.xml><?xml version="1.0" encoding="utf-8"?>
<p:tagLst xmlns:a="http://schemas.openxmlformats.org/drawingml/2006/main" xmlns:r="http://schemas.openxmlformats.org/officeDocument/2006/relationships" xmlns:p="http://schemas.openxmlformats.org/presentationml/2006/main">
  <p:tag name="AS_UNIQUEID" val="76"/>
</p:tagLst>
</file>

<file path=ppt/slides/tags/tag53.xml><?xml version="1.0" encoding="utf-8"?>
<p:tagLst xmlns:a="http://schemas.openxmlformats.org/drawingml/2006/main" xmlns:r="http://schemas.openxmlformats.org/officeDocument/2006/relationships" xmlns:p="http://schemas.openxmlformats.org/presentationml/2006/main">
  <p:tag name="AS_UNIQUEID" val="76"/>
</p:tagLst>
</file>

<file path=ppt/slides/tags/tag54.xml><?xml version="1.0" encoding="utf-8"?>
<p:tagLst xmlns:a="http://schemas.openxmlformats.org/drawingml/2006/main" xmlns:r="http://schemas.openxmlformats.org/officeDocument/2006/relationships" xmlns:p="http://schemas.openxmlformats.org/presentationml/2006/main">
  <p:tag name="AS_UNIQUEID" val="76"/>
</p:tagLst>
</file>

<file path=ppt/slides/tags/tag55.xml><?xml version="1.0" encoding="utf-8"?>
<p:tagLst xmlns:a="http://schemas.openxmlformats.org/drawingml/2006/main" xmlns:r="http://schemas.openxmlformats.org/officeDocument/2006/relationships" xmlns:p="http://schemas.openxmlformats.org/presentationml/2006/main">
  <p:tag name="AS_UNIQUEID" val="76"/>
</p:tagLst>
</file>

<file path=ppt/slides/tags/tag56.xml><?xml version="1.0" encoding="utf-8"?>
<p:tagLst xmlns:a="http://schemas.openxmlformats.org/drawingml/2006/main" xmlns:r="http://schemas.openxmlformats.org/officeDocument/2006/relationships" xmlns:p="http://schemas.openxmlformats.org/presentationml/2006/main">
  <p:tag name="AS_UNIQUEID" val="76"/>
</p:tagLst>
</file>

<file path=ppt/slides/tags/tag57.xml><?xml version="1.0" encoding="utf-8"?>
<p:tagLst xmlns:a="http://schemas.openxmlformats.org/drawingml/2006/main" xmlns:r="http://schemas.openxmlformats.org/officeDocument/2006/relationships" xmlns:p="http://schemas.openxmlformats.org/presentationml/2006/main">
  <p:tag name="AS_UNIQUEID" val="76"/>
</p:tagLst>
</file>

<file path=ppt/slides/tags/tag58.xml><?xml version="1.0" encoding="utf-8"?>
<p:tagLst xmlns:a="http://schemas.openxmlformats.org/drawingml/2006/main" xmlns:r="http://schemas.openxmlformats.org/officeDocument/2006/relationships" xmlns:p="http://schemas.openxmlformats.org/presentationml/2006/main">
  <p:tag name="AS_UNIQUEID" val="76"/>
</p:tagLst>
</file>

<file path=ppt/slides/tags/tag59.xml><?xml version="1.0" encoding="utf-8"?>
<p:tagLst xmlns:a="http://schemas.openxmlformats.org/drawingml/2006/main" xmlns:r="http://schemas.openxmlformats.org/officeDocument/2006/relationships" xmlns:p="http://schemas.openxmlformats.org/presentationml/2006/main">
  <p:tag name="AS_UNIQUEID" val="76"/>
</p:tagLst>
</file>

<file path=ppt/slides/tags/tag60.xml><?xml version="1.0" encoding="utf-8"?>
<p:tagLst xmlns:a="http://schemas.openxmlformats.org/drawingml/2006/main" xmlns:r="http://schemas.openxmlformats.org/officeDocument/2006/relationships" xmlns:p="http://schemas.openxmlformats.org/presentationml/2006/main">
  <p:tag name="AS_UNIQUEID" val="76"/>
</p:tagLst>
</file>

<file path=ppt/slides/tags/tag61.xml><?xml version="1.0" encoding="utf-8"?>
<p:tagLst xmlns:a="http://schemas.openxmlformats.org/drawingml/2006/main" xmlns:r="http://schemas.openxmlformats.org/officeDocument/2006/relationships" xmlns:p="http://schemas.openxmlformats.org/presentationml/2006/main">
  <p:tag name="AS_UNIQUEID" val="76"/>
</p:tagLst>
</file>

<file path=ppt/slides/tags/tag62.xml><?xml version="1.0" encoding="utf-8"?>
<p:tagLst xmlns:a="http://schemas.openxmlformats.org/drawingml/2006/main" xmlns:r="http://schemas.openxmlformats.org/officeDocument/2006/relationships" xmlns:p="http://schemas.openxmlformats.org/presentationml/2006/main">
  <p:tag name="AS_UNIQUEID" val="76"/>
</p:tagLst>
</file>

<file path=ppt/slides/tags/tag63.xml><?xml version="1.0" encoding="utf-8"?>
<p:tagLst xmlns:a="http://schemas.openxmlformats.org/drawingml/2006/main" xmlns:r="http://schemas.openxmlformats.org/officeDocument/2006/relationships" xmlns:p="http://schemas.openxmlformats.org/presentationml/2006/main">
  <p:tag name="AS_UNIQUEID" val="76"/>
</p:tagLst>
</file>

<file path=ppt/slides/tags/tag64.xml><?xml version="1.0" encoding="utf-8"?>
<p:tagLst xmlns:a="http://schemas.openxmlformats.org/drawingml/2006/main" xmlns:r="http://schemas.openxmlformats.org/officeDocument/2006/relationships" xmlns:p="http://schemas.openxmlformats.org/presentationml/2006/main">
  <p:tag name="AS_UNIQUEID" val="76"/>
</p:tagLst>
</file>

<file path=ppt/slides/tags/tag65.xml><?xml version="1.0" encoding="utf-8"?>
<p:tagLst xmlns:a="http://schemas.openxmlformats.org/drawingml/2006/main" xmlns:r="http://schemas.openxmlformats.org/officeDocument/2006/relationships" xmlns:p="http://schemas.openxmlformats.org/presentationml/2006/main">
  <p:tag name="AS_UNIQUEID" val="76"/>
</p:tagLst>
</file>

<file path=ppt/slides/tags/tag66.xml><?xml version="1.0" encoding="utf-8"?>
<p:tagLst xmlns:a="http://schemas.openxmlformats.org/drawingml/2006/main" xmlns:r="http://schemas.openxmlformats.org/officeDocument/2006/relationships" xmlns:p="http://schemas.openxmlformats.org/presentationml/2006/main">
  <p:tag name="AS_UNIQUEID" val="76"/>
</p:tagLst>
</file>

<file path=ppt/slides/tags/tag67.xml><?xml version="1.0" encoding="utf-8"?>
<p:tagLst xmlns:a="http://schemas.openxmlformats.org/drawingml/2006/main" xmlns:r="http://schemas.openxmlformats.org/officeDocument/2006/relationships" xmlns:p="http://schemas.openxmlformats.org/presentationml/2006/main">
  <p:tag name="AS_UNIQUEID" val="76"/>
</p:tagLst>
</file>

<file path=ppt/slides/tags/tag68.xml><?xml version="1.0" encoding="utf-8"?>
<p:tagLst xmlns:a="http://schemas.openxmlformats.org/drawingml/2006/main" xmlns:r="http://schemas.openxmlformats.org/officeDocument/2006/relationships" xmlns:p="http://schemas.openxmlformats.org/presentationml/2006/main">
  <p:tag name="AS_UNIQUEID" val="76"/>
</p:tagLst>
</file>

<file path=ppt/slides/tags/tag69.xml><?xml version="1.0" encoding="utf-8"?>
<p:tagLst xmlns:a="http://schemas.openxmlformats.org/drawingml/2006/main" xmlns:r="http://schemas.openxmlformats.org/officeDocument/2006/relationships" xmlns:p="http://schemas.openxmlformats.org/presentationml/2006/main">
  <p:tag name="AS_UNIQUEID" val="76"/>
</p:tagLst>
</file>

<file path=ppt/slides/tags/tag70.xml><?xml version="1.0" encoding="utf-8"?>
<p:tagLst xmlns:a="http://schemas.openxmlformats.org/drawingml/2006/main" xmlns:r="http://schemas.openxmlformats.org/officeDocument/2006/relationships" xmlns:p="http://schemas.openxmlformats.org/presentationml/2006/main">
  <p:tag name="AS_UNIQUEID" val="76"/>
</p:tagLst>
</file>

<file path=ppt/slides/tags/tag71.xml><?xml version="1.0" encoding="utf-8"?>
<p:tagLst xmlns:a="http://schemas.openxmlformats.org/drawingml/2006/main" xmlns:r="http://schemas.openxmlformats.org/officeDocument/2006/relationships" xmlns:p="http://schemas.openxmlformats.org/presentationml/2006/main">
  <p:tag name="AS_UNIQUEID" val="76"/>
</p:tagLst>
</file>

<file path=ppt/slides/tags/tag72.xml><?xml version="1.0" encoding="utf-8"?>
<p:tagLst xmlns:a="http://schemas.openxmlformats.org/drawingml/2006/main" xmlns:r="http://schemas.openxmlformats.org/officeDocument/2006/relationships" xmlns:p="http://schemas.openxmlformats.org/presentationml/2006/main">
  <p:tag name="AS_UNIQUEID" val="76"/>
</p:tagLst>
</file>

<file path=docProps/app.xml><?xml version="1.0" encoding="utf-8"?>
<Properties xmlns="http://schemas.openxmlformats.org/officeDocument/2006/extended-properties" xmlns:vt="http://schemas.openxmlformats.org/officeDocument/2006/docPropsVTypes">
  <Template>Office Theme</Template>
  <TotalTime>320</TotalTime>
  <Words>201</Words>
  <Application>Microsoft Office PowerPoint</Application>
  <PresentationFormat>On-screen Show (4:3)</PresentationFormat>
  <Paragraphs>43</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title>PowerPoint Presentation</dc:title>
  <dc:creator>Administrator</dc:creator>
  <lastModifiedBy>Shubhrajyoti Kundu</lastModifiedBy>
  <revision>20</revision>
  <dcterms:created xsi:type="dcterms:W3CDTF">2024-12-13T07:18:04.0000000Z</dcterms:created>
  <dcterms:modified xsi:type="dcterms:W3CDTF">2025-09-15T08:18:31.6410000Z</dcterms:modified>
</coreProperties>
</file>